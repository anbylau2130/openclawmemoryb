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wma" ContentType="audio/x-ms-wma"/>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Lst>
  <p:sldSz cx="12192000" cy="6858000"/>
  <p:notesSz cx="6858000" cy="9144000"/>
  <p:custDataLst>
    <p:tags r:id="rId1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gs" Target="tags/tag16.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pic>
        <p:nvPicPr>
          <p:cNvPr id="7" name="图片 6" descr="公司logo"/>
          <p:cNvPicPr>
            <a:picLocks noChangeAspect="1"/>
          </p:cNvPicPr>
          <p:nvPr userDrawn="1"/>
        </p:nvPicPr>
        <p:blipFill>
          <a:blip r:embed="rId12"/>
          <a:stretch>
            <a:fillRect/>
          </a:stretch>
        </p:blipFill>
        <p:spPr>
          <a:xfrm>
            <a:off x="10276840" y="96520"/>
            <a:ext cx="1837055" cy="75628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1" Type="http://schemas.openxmlformats.org/officeDocument/2006/relationships/slideLayout" Target="../slideLayouts/slideLayout1.xml"/><Relationship Id="rId20" Type="http://schemas.openxmlformats.org/officeDocument/2006/relationships/image" Target="../media/image4.png"/><Relationship Id="rId2" Type="http://schemas.openxmlformats.org/officeDocument/2006/relationships/tags" Target="../tags/tag2.xml"/><Relationship Id="rId19" Type="http://schemas.openxmlformats.org/officeDocument/2006/relationships/tags" Target="../tags/tag15.xml"/><Relationship Id="rId18" Type="http://schemas.microsoft.com/office/2007/relationships/media" Target="../media/media1.wma"/><Relationship Id="rId17" Type="http://schemas.openxmlformats.org/officeDocument/2006/relationships/audio" Target="../media/media1.wma"/><Relationship Id="rId16" Type="http://schemas.microsoft.com/office/2007/relationships/hdphoto" Target="../media/image3.wdp"/><Relationship Id="rId15" Type="http://schemas.openxmlformats.org/officeDocument/2006/relationships/image" Target="../media/image2.png"/><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 name="PA_圆角矩形 12"/>
          <p:cNvSpPr/>
          <p:nvPr>
            <p:custDataLst>
              <p:tags r:id="rId1"/>
            </p:custDataLst>
          </p:nvPr>
        </p:nvSpPr>
        <p:spPr>
          <a:xfrm>
            <a:off x="5299844" y="4926183"/>
            <a:ext cx="1587690" cy="256880"/>
          </a:xfrm>
          <a:prstGeom prst="roundRect">
            <a:avLst>
              <a:gd name="adj" fmla="val 16667"/>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微软雅黑" panose="020B0503020204020204" charset="-122"/>
                <a:ea typeface="微软雅黑" panose="020B0503020204020204" charset="-122"/>
              </a:rPr>
              <a:t>汇报人</a:t>
            </a:r>
            <a:r>
              <a:rPr lang="zh-CN" altLang="en-US" sz="1600" dirty="0" smtClean="0">
                <a:solidFill>
                  <a:schemeClr val="tx1"/>
                </a:solidFill>
                <a:latin typeface="微软雅黑" panose="020B0503020204020204" charset="-122"/>
                <a:ea typeface="微软雅黑" panose="020B0503020204020204" charset="-122"/>
              </a:rPr>
              <a:t>：</a:t>
            </a:r>
            <a:r>
              <a:rPr lang="en-US" altLang="zh-CN" sz="1600" dirty="0" smtClean="0">
                <a:solidFill>
                  <a:schemeClr val="tx1"/>
                </a:solidFill>
                <a:latin typeface="微软雅黑" panose="020B0503020204020204" charset="-122"/>
                <a:ea typeface="微软雅黑" panose="020B0503020204020204" charset="-122"/>
              </a:rPr>
              <a:t>XXX</a:t>
            </a:r>
            <a:endParaRPr lang="en-US" altLang="zh-CN" sz="1600" dirty="0" smtClean="0">
              <a:solidFill>
                <a:schemeClr val="tx1"/>
              </a:solidFill>
              <a:latin typeface="微软雅黑" panose="020B0503020204020204" charset="-122"/>
              <a:ea typeface="微软雅黑" panose="020B0503020204020204" charset="-122"/>
            </a:endParaRPr>
          </a:p>
        </p:txBody>
      </p:sp>
      <p:sp>
        <p:nvSpPr>
          <p:cNvPr id="14" name="PA_圆角矩形 13"/>
          <p:cNvSpPr/>
          <p:nvPr>
            <p:custDataLst>
              <p:tags r:id="rId2"/>
            </p:custDataLst>
          </p:nvPr>
        </p:nvSpPr>
        <p:spPr>
          <a:xfrm>
            <a:off x="7316068" y="4926181"/>
            <a:ext cx="1371666" cy="256881"/>
          </a:xfrm>
          <a:prstGeom prst="roundRect">
            <a:avLst>
              <a:gd name="adj" fmla="val 16667"/>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微软雅黑" panose="020B0503020204020204" charset="-122"/>
                <a:ea typeface="微软雅黑" panose="020B0503020204020204" charset="-122"/>
              </a:rPr>
              <a:t>日期：</a:t>
            </a:r>
            <a:r>
              <a:rPr lang="en-US" altLang="zh-CN" sz="1600" dirty="0">
                <a:solidFill>
                  <a:schemeClr val="tx1"/>
                </a:solidFill>
                <a:latin typeface="微软雅黑" panose="020B0503020204020204" charset="-122"/>
                <a:ea typeface="微软雅黑" panose="020B0503020204020204" charset="-122"/>
              </a:rPr>
              <a:t>XXX</a:t>
            </a:r>
            <a:endParaRPr lang="en-US" altLang="zh-CN" sz="1600" dirty="0">
              <a:solidFill>
                <a:schemeClr val="tx1"/>
              </a:solidFill>
              <a:latin typeface="微软雅黑" panose="020B0503020204020204" charset="-122"/>
              <a:ea typeface="微软雅黑" panose="020B0503020204020204" charset="-122"/>
            </a:endParaRPr>
          </a:p>
        </p:txBody>
      </p:sp>
      <p:sp>
        <p:nvSpPr>
          <p:cNvPr id="33" name="PA_副标题 2"/>
          <p:cNvSpPr txBox="1"/>
          <p:nvPr>
            <p:custDataLst>
              <p:tags r:id="rId3"/>
            </p:custDataLst>
          </p:nvPr>
        </p:nvSpPr>
        <p:spPr>
          <a:xfrm>
            <a:off x="5784215" y="3622288"/>
            <a:ext cx="3672408" cy="5040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微软雅黑" panose="020B0503020204020204" charset="-122"/>
                <a:ea typeface="微软雅黑" panose="020B0503020204020204"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fontAlgn="ctr">
              <a:spcBef>
                <a:spcPts val="0"/>
              </a:spcBef>
              <a:spcAft>
                <a:spcPts val="400"/>
              </a:spcAft>
              <a:buSzPct val="70000"/>
              <a:buNone/>
            </a:pPr>
            <a:r>
              <a:rPr lang="zh-CN" altLang="en-US" sz="1800" dirty="0" smtClean="0"/>
              <a:t>左侧可以直接替换成你的照片</a:t>
            </a:r>
            <a:endParaRPr lang="zh-CN" altLang="en-US" sz="1800" dirty="0"/>
          </a:p>
        </p:txBody>
      </p:sp>
      <p:sp>
        <p:nvSpPr>
          <p:cNvPr id="34" name="PA_燕尾形 33"/>
          <p:cNvSpPr/>
          <p:nvPr>
            <p:custDataLst>
              <p:tags r:id="rId4"/>
            </p:custDataLst>
          </p:nvPr>
        </p:nvSpPr>
        <p:spPr>
          <a:xfrm>
            <a:off x="5280159" y="3717227"/>
            <a:ext cx="216024" cy="216024"/>
          </a:xfrm>
          <a:prstGeom prst="chevron">
            <a:avLst/>
          </a:prstGeom>
          <a:solidFill>
            <a:schemeClr val="accent6">
              <a:lumMod val="60000"/>
              <a:lumOff val="40000"/>
            </a:schemeClr>
          </a:solidFill>
          <a:ln>
            <a:noFill/>
          </a:ln>
        </p:spPr>
        <p:txBody>
          <a:bodyPr wrap="none" anchor="ctr"/>
          <a:lstStyle/>
          <a:p>
            <a:endParaRPr lang="zh-CN" altLang="en-US" sz="2400" kern="0">
              <a:solidFill>
                <a:sysClr val="windowText" lastClr="000000"/>
              </a:solidFill>
              <a:latin typeface="Calibri" panose="020F0502020204030204"/>
              <a:ea typeface="华文细黑" panose="02010600040101010101" pitchFamily="2" charset="-122"/>
            </a:endParaRPr>
          </a:p>
        </p:txBody>
      </p:sp>
      <p:sp>
        <p:nvSpPr>
          <p:cNvPr id="35" name="PA_燕尾形 34"/>
          <p:cNvSpPr/>
          <p:nvPr>
            <p:custDataLst>
              <p:tags r:id="rId5"/>
            </p:custDataLst>
          </p:nvPr>
        </p:nvSpPr>
        <p:spPr>
          <a:xfrm>
            <a:off x="5496183" y="3717227"/>
            <a:ext cx="216024" cy="216024"/>
          </a:xfrm>
          <a:prstGeom prst="chevron">
            <a:avLst/>
          </a:prstGeom>
          <a:solidFill>
            <a:schemeClr val="accent6">
              <a:lumMod val="60000"/>
              <a:lumOff val="40000"/>
            </a:schemeClr>
          </a:solidFill>
          <a:ln>
            <a:noFill/>
          </a:ln>
        </p:spPr>
        <p:txBody>
          <a:bodyPr wrap="none" anchor="ctr"/>
          <a:lstStyle/>
          <a:p>
            <a:endParaRPr lang="zh-CN" altLang="en-US" sz="2400" kern="0">
              <a:solidFill>
                <a:sysClr val="windowText" lastClr="000000"/>
              </a:solidFill>
              <a:latin typeface="Calibri" panose="020F0502020204030204"/>
              <a:ea typeface="华文细黑" panose="02010600040101010101" pitchFamily="2" charset="-122"/>
            </a:endParaRPr>
          </a:p>
        </p:txBody>
      </p:sp>
      <p:grpSp>
        <p:nvGrpSpPr>
          <p:cNvPr id="36" name="PA_组合 35"/>
          <p:cNvGrpSpPr/>
          <p:nvPr>
            <p:custDataLst>
              <p:tags r:id="rId6"/>
            </p:custDataLst>
          </p:nvPr>
        </p:nvGrpSpPr>
        <p:grpSpPr>
          <a:xfrm>
            <a:off x="4747895" y="1885315"/>
            <a:ext cx="1350010" cy="1350010"/>
            <a:chOff x="304800" y="673100"/>
            <a:chExt cx="4000500" cy="4000500"/>
          </a:xfrm>
          <a:effectLst>
            <a:outerShdw blurRad="444500" dist="254000" dir="8100000" algn="tr" rotWithShape="0">
              <a:prstClr val="black">
                <a:alpha val="50000"/>
              </a:prstClr>
            </a:outerShdw>
          </a:effectLst>
        </p:grpSpPr>
        <p:sp>
          <p:nvSpPr>
            <p:cNvPr id="37" name="同心圆 36"/>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accent1"/>
                </a:solidFill>
              </a:endParaRPr>
            </a:p>
          </p:txBody>
        </p:sp>
        <p:sp>
          <p:nvSpPr>
            <p:cNvPr id="38" name="椭圆 37"/>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accent1"/>
                </a:solidFill>
              </a:endParaRPr>
            </a:p>
          </p:txBody>
        </p:sp>
      </p:grpSp>
      <p:sp>
        <p:nvSpPr>
          <p:cNvPr id="39" name="PA_文本框 38"/>
          <p:cNvSpPr txBox="1"/>
          <p:nvPr>
            <p:custDataLst>
              <p:tags r:id="rId7"/>
            </p:custDataLst>
          </p:nvPr>
        </p:nvSpPr>
        <p:spPr>
          <a:xfrm>
            <a:off x="4705350" y="2161540"/>
            <a:ext cx="1418590" cy="738505"/>
          </a:xfrm>
          <a:prstGeom prst="rect">
            <a:avLst/>
          </a:prstGeom>
          <a:noFill/>
        </p:spPr>
        <p:txBody>
          <a:bodyPr wrap="square" lIns="0" tIns="0" rIns="0" bIns="0" rtlCol="0">
            <a:spAutoFit/>
          </a:bodyPr>
          <a:lstStyle/>
          <a:p>
            <a:pPr algn="ctr"/>
            <a:r>
              <a:rPr lang="zh-CN" altLang="en-US" sz="4800" b="1" dirty="0" smtClean="0">
                <a:solidFill>
                  <a:schemeClr val="accent6">
                    <a:lumMod val="75000"/>
                  </a:schemeClr>
                </a:solidFill>
                <a:latin typeface="微软雅黑" panose="020B0503020204020204" charset="-122"/>
                <a:ea typeface="微软雅黑" panose="020B0503020204020204" charset="-122"/>
              </a:rPr>
              <a:t>述</a:t>
            </a:r>
            <a:endParaRPr lang="zh-CN" altLang="en-US" sz="4800" b="1" dirty="0" smtClean="0">
              <a:solidFill>
                <a:schemeClr val="accent6">
                  <a:lumMod val="75000"/>
                </a:schemeClr>
              </a:solidFill>
              <a:latin typeface="微软雅黑" panose="020B0503020204020204" charset="-122"/>
              <a:ea typeface="微软雅黑" panose="020B0503020204020204" charset="-122"/>
            </a:endParaRPr>
          </a:p>
        </p:txBody>
      </p:sp>
      <p:grpSp>
        <p:nvGrpSpPr>
          <p:cNvPr id="40" name="PA_组合 39"/>
          <p:cNvGrpSpPr/>
          <p:nvPr>
            <p:custDataLst>
              <p:tags r:id="rId8"/>
            </p:custDataLst>
          </p:nvPr>
        </p:nvGrpSpPr>
        <p:grpSpPr>
          <a:xfrm>
            <a:off x="5899150" y="1885315"/>
            <a:ext cx="1350010" cy="1350010"/>
            <a:chOff x="304800" y="673100"/>
            <a:chExt cx="4000500" cy="4000500"/>
          </a:xfrm>
          <a:effectLst>
            <a:outerShdw blurRad="444500" dist="254000" dir="8100000" algn="tr" rotWithShape="0">
              <a:prstClr val="black">
                <a:alpha val="50000"/>
              </a:prstClr>
            </a:outerShdw>
          </a:effectLst>
        </p:grpSpPr>
        <p:sp>
          <p:nvSpPr>
            <p:cNvPr id="41" name="同心圆 40"/>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accent1"/>
                </a:solidFill>
              </a:endParaRPr>
            </a:p>
          </p:txBody>
        </p:sp>
        <p:sp>
          <p:nvSpPr>
            <p:cNvPr id="42" name="椭圆 41"/>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accent1"/>
                </a:solidFill>
              </a:endParaRPr>
            </a:p>
          </p:txBody>
        </p:sp>
      </p:grpSp>
      <p:sp>
        <p:nvSpPr>
          <p:cNvPr id="43" name="PA_文本框 42"/>
          <p:cNvSpPr txBox="1"/>
          <p:nvPr>
            <p:custDataLst>
              <p:tags r:id="rId9"/>
            </p:custDataLst>
          </p:nvPr>
        </p:nvSpPr>
        <p:spPr>
          <a:xfrm>
            <a:off x="5855970" y="2161540"/>
            <a:ext cx="1418590" cy="738505"/>
          </a:xfrm>
          <a:prstGeom prst="rect">
            <a:avLst/>
          </a:prstGeom>
          <a:noFill/>
        </p:spPr>
        <p:txBody>
          <a:bodyPr wrap="square" lIns="0" tIns="0" rIns="0" bIns="0" rtlCol="0">
            <a:spAutoFit/>
          </a:bodyPr>
          <a:lstStyle/>
          <a:p>
            <a:pPr algn="ctr"/>
            <a:r>
              <a:rPr lang="zh-CN" altLang="en-US" sz="4800" b="1" dirty="0" smtClean="0">
                <a:solidFill>
                  <a:schemeClr val="accent6">
                    <a:lumMod val="75000"/>
                  </a:schemeClr>
                </a:solidFill>
                <a:latin typeface="微软雅黑" panose="020B0503020204020204" charset="-122"/>
                <a:ea typeface="微软雅黑" panose="020B0503020204020204" charset="-122"/>
              </a:rPr>
              <a:t>职</a:t>
            </a:r>
            <a:endParaRPr lang="zh-CN" altLang="en-US" sz="4800" b="1" dirty="0" smtClean="0">
              <a:solidFill>
                <a:schemeClr val="accent6">
                  <a:lumMod val="75000"/>
                </a:schemeClr>
              </a:solidFill>
              <a:latin typeface="微软雅黑" panose="020B0503020204020204" charset="-122"/>
              <a:ea typeface="微软雅黑" panose="020B0503020204020204" charset="-122"/>
            </a:endParaRPr>
          </a:p>
        </p:txBody>
      </p:sp>
      <p:grpSp>
        <p:nvGrpSpPr>
          <p:cNvPr id="44" name="PA_组合 43"/>
          <p:cNvGrpSpPr/>
          <p:nvPr>
            <p:custDataLst>
              <p:tags r:id="rId10"/>
            </p:custDataLst>
          </p:nvPr>
        </p:nvGrpSpPr>
        <p:grpSpPr>
          <a:xfrm>
            <a:off x="7006590" y="1885315"/>
            <a:ext cx="1350010" cy="1350010"/>
            <a:chOff x="304800" y="673100"/>
            <a:chExt cx="4000500" cy="4000500"/>
          </a:xfrm>
          <a:effectLst>
            <a:outerShdw blurRad="444500" dist="254000" dir="8100000" algn="tr" rotWithShape="0">
              <a:prstClr val="black">
                <a:alpha val="50000"/>
              </a:prstClr>
            </a:outerShdw>
          </a:effectLst>
        </p:grpSpPr>
        <p:sp>
          <p:nvSpPr>
            <p:cNvPr id="45" name="同心圆 44"/>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accent1"/>
                </a:solidFill>
              </a:endParaRPr>
            </a:p>
          </p:txBody>
        </p:sp>
        <p:sp>
          <p:nvSpPr>
            <p:cNvPr id="46" name="椭圆 45"/>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accent1"/>
                </a:solidFill>
              </a:endParaRPr>
            </a:p>
          </p:txBody>
        </p:sp>
      </p:grpSp>
      <p:sp>
        <p:nvSpPr>
          <p:cNvPr id="47" name="PA_文本框 46"/>
          <p:cNvSpPr txBox="1"/>
          <p:nvPr>
            <p:custDataLst>
              <p:tags r:id="rId11"/>
            </p:custDataLst>
          </p:nvPr>
        </p:nvSpPr>
        <p:spPr>
          <a:xfrm>
            <a:off x="6964045" y="2161540"/>
            <a:ext cx="1418590" cy="738505"/>
          </a:xfrm>
          <a:prstGeom prst="rect">
            <a:avLst/>
          </a:prstGeom>
          <a:noFill/>
        </p:spPr>
        <p:txBody>
          <a:bodyPr wrap="square" lIns="0" tIns="0" rIns="0" bIns="0" rtlCol="0">
            <a:spAutoFit/>
          </a:bodyPr>
          <a:lstStyle/>
          <a:p>
            <a:pPr algn="ctr"/>
            <a:r>
              <a:rPr lang="zh-CN" altLang="en-US" sz="4800" b="1" dirty="0" smtClean="0">
                <a:solidFill>
                  <a:schemeClr val="accent6">
                    <a:lumMod val="75000"/>
                  </a:schemeClr>
                </a:solidFill>
                <a:latin typeface="微软雅黑" panose="020B0503020204020204" charset="-122"/>
                <a:ea typeface="微软雅黑" panose="020B0503020204020204" charset="-122"/>
              </a:rPr>
              <a:t>报</a:t>
            </a:r>
            <a:endParaRPr lang="zh-CN" altLang="en-US" sz="4800" b="1" dirty="0" smtClean="0">
              <a:solidFill>
                <a:schemeClr val="accent6">
                  <a:lumMod val="75000"/>
                </a:schemeClr>
              </a:solidFill>
              <a:latin typeface="微软雅黑" panose="020B0503020204020204" charset="-122"/>
              <a:ea typeface="微软雅黑" panose="020B0503020204020204" charset="-122"/>
            </a:endParaRPr>
          </a:p>
        </p:txBody>
      </p:sp>
      <p:grpSp>
        <p:nvGrpSpPr>
          <p:cNvPr id="58" name="PA_组合 57"/>
          <p:cNvGrpSpPr/>
          <p:nvPr>
            <p:custDataLst>
              <p:tags r:id="rId12"/>
            </p:custDataLst>
          </p:nvPr>
        </p:nvGrpSpPr>
        <p:grpSpPr>
          <a:xfrm>
            <a:off x="8071485" y="1885315"/>
            <a:ext cx="1350010" cy="1350010"/>
            <a:chOff x="304800" y="673100"/>
            <a:chExt cx="4000500" cy="4000500"/>
          </a:xfrm>
          <a:effectLst>
            <a:outerShdw blurRad="444500" dist="254000" dir="8100000" algn="tr" rotWithShape="0">
              <a:prstClr val="black">
                <a:alpha val="50000"/>
              </a:prstClr>
            </a:outerShdw>
          </a:effectLst>
        </p:grpSpPr>
        <p:sp>
          <p:nvSpPr>
            <p:cNvPr id="59" name="同心圆 58"/>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accent1"/>
                </a:solidFill>
              </a:endParaRPr>
            </a:p>
          </p:txBody>
        </p:sp>
        <p:sp>
          <p:nvSpPr>
            <p:cNvPr id="60" name="椭圆 59"/>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accent1"/>
                </a:solidFill>
              </a:endParaRPr>
            </a:p>
          </p:txBody>
        </p:sp>
      </p:grpSp>
      <p:sp>
        <p:nvSpPr>
          <p:cNvPr id="61" name="PA_文本框 60"/>
          <p:cNvSpPr txBox="1"/>
          <p:nvPr>
            <p:custDataLst>
              <p:tags r:id="rId13"/>
            </p:custDataLst>
          </p:nvPr>
        </p:nvSpPr>
        <p:spPr>
          <a:xfrm>
            <a:off x="8028940" y="2161540"/>
            <a:ext cx="1418590" cy="738505"/>
          </a:xfrm>
          <a:prstGeom prst="rect">
            <a:avLst/>
          </a:prstGeom>
          <a:noFill/>
        </p:spPr>
        <p:txBody>
          <a:bodyPr wrap="square" lIns="0" tIns="0" rIns="0" bIns="0" rtlCol="0">
            <a:spAutoFit/>
          </a:bodyPr>
          <a:lstStyle/>
          <a:p>
            <a:pPr algn="ctr"/>
            <a:r>
              <a:rPr lang="zh-CN" altLang="en-US" sz="4800" b="1" dirty="0">
                <a:solidFill>
                  <a:schemeClr val="accent6">
                    <a:lumMod val="75000"/>
                  </a:schemeClr>
                </a:solidFill>
                <a:latin typeface="微软雅黑" panose="020B0503020204020204" charset="-122"/>
                <a:ea typeface="微软雅黑" panose="020B0503020204020204" charset="-122"/>
              </a:rPr>
              <a:t>告</a:t>
            </a:r>
            <a:endParaRPr lang="zh-CN" altLang="en-US" sz="4800" b="1" dirty="0">
              <a:solidFill>
                <a:schemeClr val="accent6">
                  <a:lumMod val="75000"/>
                </a:schemeClr>
              </a:solidFill>
              <a:latin typeface="微软雅黑" panose="020B0503020204020204" charset="-122"/>
              <a:ea typeface="微软雅黑" panose="020B0503020204020204" charset="-122"/>
            </a:endParaRPr>
          </a:p>
        </p:txBody>
      </p:sp>
      <p:pic>
        <p:nvPicPr>
          <p:cNvPr id="64" name="PA_图片 2"/>
          <p:cNvPicPr>
            <a:picLocks noChangeAspect="1" noChangeArrowheads="1"/>
          </p:cNvPicPr>
          <p:nvPr>
            <p:custDataLst>
              <p:tags r:id="rId14"/>
            </p:custDataLst>
          </p:nvPr>
        </p:nvPicPr>
        <p:blipFill>
          <a:blip r:embed="rId15" cstate="print">
            <a:extLst>
              <a:ext uri="{BEBA8EAE-BF5A-486C-A8C5-ECC9F3942E4B}">
                <a14:imgProps xmlns:a14="http://schemas.microsoft.com/office/drawing/2010/main">
                  <a14:imgLayer r:embed="rId16">
                    <a14:imgEffect>
                      <a14:backgroundRemoval t="1038" b="100000" l="923" r="100000"/>
                    </a14:imgEffect>
                  </a14:imgLayer>
                </a14:imgProps>
              </a:ext>
              <a:ext uri="{28A0092B-C50C-407E-A947-70E740481C1C}">
                <a14:useLocalDpi xmlns:a14="http://schemas.microsoft.com/office/drawing/2010/main" val="0"/>
              </a:ext>
            </a:extLst>
          </a:blip>
          <a:stretch>
            <a:fillRect/>
          </a:stretch>
        </p:blipFill>
        <p:spPr bwMode="auto">
          <a:xfrm flipH="1">
            <a:off x="1401428" y="1286854"/>
            <a:ext cx="2630282" cy="3896865"/>
          </a:xfrm>
          <a:prstGeom prst="rect">
            <a:avLst/>
          </a:prstGeom>
          <a:noFill/>
          <a:effectLst>
            <a:outerShdw blurRad="76200" dir="13500000" sy="23000" kx="1200000" algn="br" rotWithShape="0">
              <a:prstClr val="black">
                <a:alpha val="20000"/>
              </a:prstClr>
            </a:outerShdw>
          </a:effectLst>
        </p:spPr>
      </p:pic>
      <p:pic>
        <p:nvPicPr>
          <p:cNvPr id="4" name="PA_商务风.mp3">
            <a:hlinkClick r:id="" action="ppaction://media"/>
          </p:cNvPr>
          <p:cNvPicPr>
            <a:picLocks noChangeAspect="1"/>
          </p:cNvPicPr>
          <p:nvPr>
            <a:audioFile r:link="rId17"/>
            <p:extLst>
              <p:ext uri="{DAA4B4D4-6D71-4841-9C94-3DE7FCFB9230}">
                <p14:media xmlns:p14="http://schemas.microsoft.com/office/powerpoint/2010/main" r:embed="rId18"/>
              </p:ext>
            </p:extLst>
            <p:custDataLst>
              <p:tags r:id="rId19"/>
            </p:custDataLst>
          </p:nvPr>
        </p:nvPicPr>
        <p:blipFill>
          <a:blip r:embed="rId20"/>
          <a:stretch>
            <a:fillRect/>
          </a:stretch>
        </p:blipFill>
        <p:spPr>
          <a:xfrm>
            <a:off x="-972616" y="-1604714"/>
            <a:ext cx="609600" cy="609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nodeType="clickEffect">
                                  <p:stCondLst>
                                    <p:cond delay="0"/>
                                  </p:stCondLst>
                                  <p:childTnLst>
                                    <p:set>
                                      <p:cBhvr>
                                        <p:cTn id="10" dur="1" fill="hold">
                                          <p:stCondLst>
                                            <p:cond delay="0"/>
                                          </p:stCondLst>
                                        </p:cTn>
                                        <p:tgtEl>
                                          <p:spTgt spid="64"/>
                                        </p:tgtEl>
                                        <p:attrNameLst>
                                          <p:attrName>style.visibility</p:attrName>
                                        </p:attrNameLst>
                                      </p:cBhvr>
                                      <p:to>
                                        <p:strVal val="visible"/>
                                      </p:to>
                                    </p:set>
                                    <p:animEffect transition="in" filter="randombar(horizontal)">
                                      <p:cBhvr>
                                        <p:cTn id="11" dur="500"/>
                                        <p:tgtEl>
                                          <p:spTgt spid="64"/>
                                        </p:tgtEl>
                                      </p:cBhvr>
                                    </p:animEffect>
                                  </p:childTnLst>
                                </p:cTn>
                              </p:par>
                            </p:childTnLst>
                          </p:cTn>
                        </p:par>
                        <p:par>
                          <p:cTn id="12" fill="hold">
                            <p:stCondLst>
                              <p:cond delay="500"/>
                            </p:stCondLst>
                            <p:childTnLst>
                              <p:par>
                                <p:cTn id="13" presetID="53" presetClass="entr" presetSubtype="528" fill="hold" nodeType="afterEffect">
                                  <p:stCondLst>
                                    <p:cond delay="0"/>
                                  </p:stCondLst>
                                  <p:childTnLst>
                                    <p:set>
                                      <p:cBhvr>
                                        <p:cTn id="14" dur="1" fill="hold">
                                          <p:stCondLst>
                                            <p:cond delay="0"/>
                                          </p:stCondLst>
                                        </p:cTn>
                                        <p:tgtEl>
                                          <p:spTgt spid="36"/>
                                        </p:tgtEl>
                                        <p:attrNameLst>
                                          <p:attrName>style.visibility</p:attrName>
                                        </p:attrNameLst>
                                      </p:cBhvr>
                                      <p:to>
                                        <p:strVal val="visible"/>
                                      </p:to>
                                    </p:set>
                                    <p:anim calcmode="lin" valueType="num">
                                      <p:cBhvr>
                                        <p:cTn id="15" dur="500" fill="hold"/>
                                        <p:tgtEl>
                                          <p:spTgt spid="36"/>
                                        </p:tgtEl>
                                        <p:attrNameLst>
                                          <p:attrName>ppt_w</p:attrName>
                                        </p:attrNameLst>
                                      </p:cBhvr>
                                      <p:tavLst>
                                        <p:tav tm="0">
                                          <p:val>
                                            <p:fltVal val="0"/>
                                          </p:val>
                                        </p:tav>
                                        <p:tav tm="100000">
                                          <p:val>
                                            <p:strVal val="#ppt_w"/>
                                          </p:val>
                                        </p:tav>
                                      </p:tavLst>
                                    </p:anim>
                                    <p:anim calcmode="lin" valueType="num">
                                      <p:cBhvr>
                                        <p:cTn id="16" dur="500" fill="hold"/>
                                        <p:tgtEl>
                                          <p:spTgt spid="36"/>
                                        </p:tgtEl>
                                        <p:attrNameLst>
                                          <p:attrName>ppt_h</p:attrName>
                                        </p:attrNameLst>
                                      </p:cBhvr>
                                      <p:tavLst>
                                        <p:tav tm="0">
                                          <p:val>
                                            <p:fltVal val="0"/>
                                          </p:val>
                                        </p:tav>
                                        <p:tav tm="100000">
                                          <p:val>
                                            <p:strVal val="#ppt_h"/>
                                          </p:val>
                                        </p:tav>
                                      </p:tavLst>
                                    </p:anim>
                                    <p:animEffect transition="in" filter="fade">
                                      <p:cBhvr>
                                        <p:cTn id="17" dur="500"/>
                                        <p:tgtEl>
                                          <p:spTgt spid="36"/>
                                        </p:tgtEl>
                                      </p:cBhvr>
                                    </p:animEffect>
                                    <p:anim calcmode="lin" valueType="num">
                                      <p:cBhvr>
                                        <p:cTn id="18" dur="500" fill="hold"/>
                                        <p:tgtEl>
                                          <p:spTgt spid="36"/>
                                        </p:tgtEl>
                                        <p:attrNameLst>
                                          <p:attrName>ppt_x</p:attrName>
                                        </p:attrNameLst>
                                      </p:cBhvr>
                                      <p:tavLst>
                                        <p:tav tm="0">
                                          <p:val>
                                            <p:fltVal val="0.5"/>
                                          </p:val>
                                        </p:tav>
                                        <p:tav tm="100000">
                                          <p:val>
                                            <p:strVal val="#ppt_x"/>
                                          </p:val>
                                        </p:tav>
                                      </p:tavLst>
                                    </p:anim>
                                    <p:anim calcmode="lin" valueType="num">
                                      <p:cBhvr>
                                        <p:cTn id="19" dur="500" fill="hold"/>
                                        <p:tgtEl>
                                          <p:spTgt spid="36"/>
                                        </p:tgtEl>
                                        <p:attrNameLst>
                                          <p:attrName>ppt_y</p:attrName>
                                        </p:attrNameLst>
                                      </p:cBhvr>
                                      <p:tavLst>
                                        <p:tav tm="0">
                                          <p:val>
                                            <p:fltVal val="0.5"/>
                                          </p:val>
                                        </p:tav>
                                        <p:tav tm="100000">
                                          <p:val>
                                            <p:strVal val="#ppt_y"/>
                                          </p:val>
                                        </p:tav>
                                      </p:tavLst>
                                    </p:anim>
                                  </p:childTnLst>
                                </p:cTn>
                              </p:par>
                              <p:par>
                                <p:cTn id="20" presetID="53" presetClass="entr" presetSubtype="528" fill="hold" nodeType="withEffect">
                                  <p:stCondLst>
                                    <p:cond delay="250"/>
                                  </p:stCondLst>
                                  <p:childTnLst>
                                    <p:set>
                                      <p:cBhvr>
                                        <p:cTn id="21" dur="1" fill="hold">
                                          <p:stCondLst>
                                            <p:cond delay="0"/>
                                          </p:stCondLst>
                                        </p:cTn>
                                        <p:tgtEl>
                                          <p:spTgt spid="40"/>
                                        </p:tgtEl>
                                        <p:attrNameLst>
                                          <p:attrName>style.visibility</p:attrName>
                                        </p:attrNameLst>
                                      </p:cBhvr>
                                      <p:to>
                                        <p:strVal val="visible"/>
                                      </p:to>
                                    </p:set>
                                    <p:anim calcmode="lin" valueType="num">
                                      <p:cBhvr>
                                        <p:cTn id="22" dur="500" fill="hold"/>
                                        <p:tgtEl>
                                          <p:spTgt spid="40"/>
                                        </p:tgtEl>
                                        <p:attrNameLst>
                                          <p:attrName>ppt_w</p:attrName>
                                        </p:attrNameLst>
                                      </p:cBhvr>
                                      <p:tavLst>
                                        <p:tav tm="0">
                                          <p:val>
                                            <p:fltVal val="0"/>
                                          </p:val>
                                        </p:tav>
                                        <p:tav tm="100000">
                                          <p:val>
                                            <p:strVal val="#ppt_w"/>
                                          </p:val>
                                        </p:tav>
                                      </p:tavLst>
                                    </p:anim>
                                    <p:anim calcmode="lin" valueType="num">
                                      <p:cBhvr>
                                        <p:cTn id="23" dur="500" fill="hold"/>
                                        <p:tgtEl>
                                          <p:spTgt spid="40"/>
                                        </p:tgtEl>
                                        <p:attrNameLst>
                                          <p:attrName>ppt_h</p:attrName>
                                        </p:attrNameLst>
                                      </p:cBhvr>
                                      <p:tavLst>
                                        <p:tav tm="0">
                                          <p:val>
                                            <p:fltVal val="0"/>
                                          </p:val>
                                        </p:tav>
                                        <p:tav tm="100000">
                                          <p:val>
                                            <p:strVal val="#ppt_h"/>
                                          </p:val>
                                        </p:tav>
                                      </p:tavLst>
                                    </p:anim>
                                    <p:animEffect transition="in" filter="fade">
                                      <p:cBhvr>
                                        <p:cTn id="24" dur="500"/>
                                        <p:tgtEl>
                                          <p:spTgt spid="40"/>
                                        </p:tgtEl>
                                      </p:cBhvr>
                                    </p:animEffect>
                                    <p:anim calcmode="lin" valueType="num">
                                      <p:cBhvr>
                                        <p:cTn id="25" dur="500" fill="hold"/>
                                        <p:tgtEl>
                                          <p:spTgt spid="40"/>
                                        </p:tgtEl>
                                        <p:attrNameLst>
                                          <p:attrName>ppt_x</p:attrName>
                                        </p:attrNameLst>
                                      </p:cBhvr>
                                      <p:tavLst>
                                        <p:tav tm="0">
                                          <p:val>
                                            <p:fltVal val="0.5"/>
                                          </p:val>
                                        </p:tav>
                                        <p:tav tm="100000">
                                          <p:val>
                                            <p:strVal val="#ppt_x"/>
                                          </p:val>
                                        </p:tav>
                                      </p:tavLst>
                                    </p:anim>
                                    <p:anim calcmode="lin" valueType="num">
                                      <p:cBhvr>
                                        <p:cTn id="26" dur="500" fill="hold"/>
                                        <p:tgtEl>
                                          <p:spTgt spid="40"/>
                                        </p:tgtEl>
                                        <p:attrNameLst>
                                          <p:attrName>ppt_y</p:attrName>
                                        </p:attrNameLst>
                                      </p:cBhvr>
                                      <p:tavLst>
                                        <p:tav tm="0">
                                          <p:val>
                                            <p:fltVal val="0.5"/>
                                          </p:val>
                                        </p:tav>
                                        <p:tav tm="100000">
                                          <p:val>
                                            <p:strVal val="#ppt_y"/>
                                          </p:val>
                                        </p:tav>
                                      </p:tavLst>
                                    </p:anim>
                                  </p:childTnLst>
                                </p:cTn>
                              </p:par>
                              <p:par>
                                <p:cTn id="27" presetID="53" presetClass="entr" presetSubtype="528" fill="hold" nodeType="withEffect">
                                  <p:stCondLst>
                                    <p:cond delay="500"/>
                                  </p:stCondLst>
                                  <p:childTnLst>
                                    <p:set>
                                      <p:cBhvr>
                                        <p:cTn id="28" dur="1" fill="hold">
                                          <p:stCondLst>
                                            <p:cond delay="0"/>
                                          </p:stCondLst>
                                        </p:cTn>
                                        <p:tgtEl>
                                          <p:spTgt spid="44"/>
                                        </p:tgtEl>
                                        <p:attrNameLst>
                                          <p:attrName>style.visibility</p:attrName>
                                        </p:attrNameLst>
                                      </p:cBhvr>
                                      <p:to>
                                        <p:strVal val="visible"/>
                                      </p:to>
                                    </p:set>
                                    <p:anim calcmode="lin" valueType="num">
                                      <p:cBhvr>
                                        <p:cTn id="29" dur="500" fill="hold"/>
                                        <p:tgtEl>
                                          <p:spTgt spid="44"/>
                                        </p:tgtEl>
                                        <p:attrNameLst>
                                          <p:attrName>ppt_w</p:attrName>
                                        </p:attrNameLst>
                                      </p:cBhvr>
                                      <p:tavLst>
                                        <p:tav tm="0">
                                          <p:val>
                                            <p:fltVal val="0"/>
                                          </p:val>
                                        </p:tav>
                                        <p:tav tm="100000">
                                          <p:val>
                                            <p:strVal val="#ppt_w"/>
                                          </p:val>
                                        </p:tav>
                                      </p:tavLst>
                                    </p:anim>
                                    <p:anim calcmode="lin" valueType="num">
                                      <p:cBhvr>
                                        <p:cTn id="30" dur="500" fill="hold"/>
                                        <p:tgtEl>
                                          <p:spTgt spid="44"/>
                                        </p:tgtEl>
                                        <p:attrNameLst>
                                          <p:attrName>ppt_h</p:attrName>
                                        </p:attrNameLst>
                                      </p:cBhvr>
                                      <p:tavLst>
                                        <p:tav tm="0">
                                          <p:val>
                                            <p:fltVal val="0"/>
                                          </p:val>
                                        </p:tav>
                                        <p:tav tm="100000">
                                          <p:val>
                                            <p:strVal val="#ppt_h"/>
                                          </p:val>
                                        </p:tav>
                                      </p:tavLst>
                                    </p:anim>
                                    <p:animEffect transition="in" filter="fade">
                                      <p:cBhvr>
                                        <p:cTn id="31" dur="500"/>
                                        <p:tgtEl>
                                          <p:spTgt spid="44"/>
                                        </p:tgtEl>
                                      </p:cBhvr>
                                    </p:animEffect>
                                    <p:anim calcmode="lin" valueType="num">
                                      <p:cBhvr>
                                        <p:cTn id="32" dur="500" fill="hold"/>
                                        <p:tgtEl>
                                          <p:spTgt spid="44"/>
                                        </p:tgtEl>
                                        <p:attrNameLst>
                                          <p:attrName>ppt_x</p:attrName>
                                        </p:attrNameLst>
                                      </p:cBhvr>
                                      <p:tavLst>
                                        <p:tav tm="0">
                                          <p:val>
                                            <p:fltVal val="0.5"/>
                                          </p:val>
                                        </p:tav>
                                        <p:tav tm="100000">
                                          <p:val>
                                            <p:strVal val="#ppt_x"/>
                                          </p:val>
                                        </p:tav>
                                      </p:tavLst>
                                    </p:anim>
                                    <p:anim calcmode="lin" valueType="num">
                                      <p:cBhvr>
                                        <p:cTn id="33" dur="500" fill="hold"/>
                                        <p:tgtEl>
                                          <p:spTgt spid="44"/>
                                        </p:tgtEl>
                                        <p:attrNameLst>
                                          <p:attrName>ppt_y</p:attrName>
                                        </p:attrNameLst>
                                      </p:cBhvr>
                                      <p:tavLst>
                                        <p:tav tm="0">
                                          <p:val>
                                            <p:fltVal val="0.5"/>
                                          </p:val>
                                        </p:tav>
                                        <p:tav tm="100000">
                                          <p:val>
                                            <p:strVal val="#ppt_y"/>
                                          </p:val>
                                        </p:tav>
                                      </p:tavLst>
                                    </p:anim>
                                  </p:childTnLst>
                                </p:cTn>
                              </p:par>
                              <p:par>
                                <p:cTn id="34" presetID="53" presetClass="entr" presetSubtype="528" fill="hold" nodeType="withEffect">
                                  <p:stCondLst>
                                    <p:cond delay="750"/>
                                  </p:stCondLst>
                                  <p:childTnLst>
                                    <p:set>
                                      <p:cBhvr>
                                        <p:cTn id="35" dur="1" fill="hold">
                                          <p:stCondLst>
                                            <p:cond delay="0"/>
                                          </p:stCondLst>
                                        </p:cTn>
                                        <p:tgtEl>
                                          <p:spTgt spid="58"/>
                                        </p:tgtEl>
                                        <p:attrNameLst>
                                          <p:attrName>style.visibility</p:attrName>
                                        </p:attrNameLst>
                                      </p:cBhvr>
                                      <p:to>
                                        <p:strVal val="visible"/>
                                      </p:to>
                                    </p:set>
                                    <p:anim calcmode="lin" valueType="num">
                                      <p:cBhvr>
                                        <p:cTn id="36" dur="500" fill="hold"/>
                                        <p:tgtEl>
                                          <p:spTgt spid="58"/>
                                        </p:tgtEl>
                                        <p:attrNameLst>
                                          <p:attrName>ppt_w</p:attrName>
                                        </p:attrNameLst>
                                      </p:cBhvr>
                                      <p:tavLst>
                                        <p:tav tm="0">
                                          <p:val>
                                            <p:fltVal val="0"/>
                                          </p:val>
                                        </p:tav>
                                        <p:tav tm="100000">
                                          <p:val>
                                            <p:strVal val="#ppt_w"/>
                                          </p:val>
                                        </p:tav>
                                      </p:tavLst>
                                    </p:anim>
                                    <p:anim calcmode="lin" valueType="num">
                                      <p:cBhvr>
                                        <p:cTn id="37" dur="500" fill="hold"/>
                                        <p:tgtEl>
                                          <p:spTgt spid="58"/>
                                        </p:tgtEl>
                                        <p:attrNameLst>
                                          <p:attrName>ppt_h</p:attrName>
                                        </p:attrNameLst>
                                      </p:cBhvr>
                                      <p:tavLst>
                                        <p:tav tm="0">
                                          <p:val>
                                            <p:fltVal val="0"/>
                                          </p:val>
                                        </p:tav>
                                        <p:tav tm="100000">
                                          <p:val>
                                            <p:strVal val="#ppt_h"/>
                                          </p:val>
                                        </p:tav>
                                      </p:tavLst>
                                    </p:anim>
                                    <p:animEffect transition="in" filter="fade">
                                      <p:cBhvr>
                                        <p:cTn id="38" dur="500"/>
                                        <p:tgtEl>
                                          <p:spTgt spid="58"/>
                                        </p:tgtEl>
                                      </p:cBhvr>
                                    </p:animEffect>
                                    <p:anim calcmode="lin" valueType="num">
                                      <p:cBhvr>
                                        <p:cTn id="39" dur="500" fill="hold"/>
                                        <p:tgtEl>
                                          <p:spTgt spid="58"/>
                                        </p:tgtEl>
                                        <p:attrNameLst>
                                          <p:attrName>ppt_x</p:attrName>
                                        </p:attrNameLst>
                                      </p:cBhvr>
                                      <p:tavLst>
                                        <p:tav tm="0">
                                          <p:val>
                                            <p:fltVal val="0.5"/>
                                          </p:val>
                                        </p:tav>
                                        <p:tav tm="100000">
                                          <p:val>
                                            <p:strVal val="#ppt_x"/>
                                          </p:val>
                                        </p:tav>
                                      </p:tavLst>
                                    </p:anim>
                                    <p:anim calcmode="lin" valueType="num">
                                      <p:cBhvr>
                                        <p:cTn id="40" dur="500" fill="hold"/>
                                        <p:tgtEl>
                                          <p:spTgt spid="58"/>
                                        </p:tgtEl>
                                        <p:attrNameLst>
                                          <p:attrName>ppt_y</p:attrName>
                                        </p:attrNameLst>
                                      </p:cBhvr>
                                      <p:tavLst>
                                        <p:tav tm="0">
                                          <p:val>
                                            <p:fltVal val="0.5"/>
                                          </p:val>
                                        </p:tav>
                                        <p:tav tm="100000">
                                          <p:val>
                                            <p:strVal val="#ppt_y"/>
                                          </p:val>
                                        </p:tav>
                                      </p:tavLst>
                                    </p:anim>
                                  </p:childTnLst>
                                </p:cTn>
                              </p:par>
                            </p:childTnLst>
                          </p:cTn>
                        </p:par>
                        <p:par>
                          <p:cTn id="41" fill="hold">
                            <p:stCondLst>
                              <p:cond delay="1000"/>
                            </p:stCondLst>
                            <p:childTnLst>
                              <p:par>
                                <p:cTn id="42" presetID="53" presetClass="entr" presetSubtype="16" fill="hold" grpId="0" nodeType="afterEffect">
                                  <p:stCondLst>
                                    <p:cond delay="0"/>
                                  </p:stCondLst>
                                  <p:childTnLst>
                                    <p:set>
                                      <p:cBhvr>
                                        <p:cTn id="43" dur="1" fill="hold">
                                          <p:stCondLst>
                                            <p:cond delay="0"/>
                                          </p:stCondLst>
                                        </p:cTn>
                                        <p:tgtEl>
                                          <p:spTgt spid="39"/>
                                        </p:tgtEl>
                                        <p:attrNameLst>
                                          <p:attrName>style.visibility</p:attrName>
                                        </p:attrNameLst>
                                      </p:cBhvr>
                                      <p:to>
                                        <p:strVal val="visible"/>
                                      </p:to>
                                    </p:set>
                                    <p:anim calcmode="lin" valueType="num">
                                      <p:cBhvr>
                                        <p:cTn id="44" dur="500" fill="hold"/>
                                        <p:tgtEl>
                                          <p:spTgt spid="39"/>
                                        </p:tgtEl>
                                        <p:attrNameLst>
                                          <p:attrName>ppt_w</p:attrName>
                                        </p:attrNameLst>
                                      </p:cBhvr>
                                      <p:tavLst>
                                        <p:tav tm="0">
                                          <p:val>
                                            <p:fltVal val="0"/>
                                          </p:val>
                                        </p:tav>
                                        <p:tav tm="100000">
                                          <p:val>
                                            <p:strVal val="#ppt_w"/>
                                          </p:val>
                                        </p:tav>
                                      </p:tavLst>
                                    </p:anim>
                                    <p:anim calcmode="lin" valueType="num">
                                      <p:cBhvr>
                                        <p:cTn id="45" dur="500" fill="hold"/>
                                        <p:tgtEl>
                                          <p:spTgt spid="39"/>
                                        </p:tgtEl>
                                        <p:attrNameLst>
                                          <p:attrName>ppt_h</p:attrName>
                                        </p:attrNameLst>
                                      </p:cBhvr>
                                      <p:tavLst>
                                        <p:tav tm="0">
                                          <p:val>
                                            <p:fltVal val="0"/>
                                          </p:val>
                                        </p:tav>
                                        <p:tav tm="100000">
                                          <p:val>
                                            <p:strVal val="#ppt_h"/>
                                          </p:val>
                                        </p:tav>
                                      </p:tavLst>
                                    </p:anim>
                                    <p:animEffect transition="in" filter="fade">
                                      <p:cBhvr>
                                        <p:cTn id="46" dur="500"/>
                                        <p:tgtEl>
                                          <p:spTgt spid="39"/>
                                        </p:tgtEl>
                                      </p:cBhvr>
                                    </p:animEffect>
                                  </p:childTnLst>
                                </p:cTn>
                              </p:par>
                              <p:par>
                                <p:cTn id="47" presetID="53" presetClass="entr" presetSubtype="16" fill="hold" grpId="0" nodeType="withEffect">
                                  <p:stCondLst>
                                    <p:cond delay="250"/>
                                  </p:stCondLst>
                                  <p:childTnLst>
                                    <p:set>
                                      <p:cBhvr>
                                        <p:cTn id="48" dur="1" fill="hold">
                                          <p:stCondLst>
                                            <p:cond delay="0"/>
                                          </p:stCondLst>
                                        </p:cTn>
                                        <p:tgtEl>
                                          <p:spTgt spid="43"/>
                                        </p:tgtEl>
                                        <p:attrNameLst>
                                          <p:attrName>style.visibility</p:attrName>
                                        </p:attrNameLst>
                                      </p:cBhvr>
                                      <p:to>
                                        <p:strVal val="visible"/>
                                      </p:to>
                                    </p:set>
                                    <p:anim calcmode="lin" valueType="num">
                                      <p:cBhvr>
                                        <p:cTn id="49" dur="500" fill="hold"/>
                                        <p:tgtEl>
                                          <p:spTgt spid="43"/>
                                        </p:tgtEl>
                                        <p:attrNameLst>
                                          <p:attrName>ppt_w</p:attrName>
                                        </p:attrNameLst>
                                      </p:cBhvr>
                                      <p:tavLst>
                                        <p:tav tm="0">
                                          <p:val>
                                            <p:fltVal val="0"/>
                                          </p:val>
                                        </p:tav>
                                        <p:tav tm="100000">
                                          <p:val>
                                            <p:strVal val="#ppt_w"/>
                                          </p:val>
                                        </p:tav>
                                      </p:tavLst>
                                    </p:anim>
                                    <p:anim calcmode="lin" valueType="num">
                                      <p:cBhvr>
                                        <p:cTn id="50" dur="500" fill="hold"/>
                                        <p:tgtEl>
                                          <p:spTgt spid="43"/>
                                        </p:tgtEl>
                                        <p:attrNameLst>
                                          <p:attrName>ppt_h</p:attrName>
                                        </p:attrNameLst>
                                      </p:cBhvr>
                                      <p:tavLst>
                                        <p:tav tm="0">
                                          <p:val>
                                            <p:fltVal val="0"/>
                                          </p:val>
                                        </p:tav>
                                        <p:tav tm="100000">
                                          <p:val>
                                            <p:strVal val="#ppt_h"/>
                                          </p:val>
                                        </p:tav>
                                      </p:tavLst>
                                    </p:anim>
                                    <p:animEffect transition="in" filter="fade">
                                      <p:cBhvr>
                                        <p:cTn id="51" dur="500"/>
                                        <p:tgtEl>
                                          <p:spTgt spid="43"/>
                                        </p:tgtEl>
                                      </p:cBhvr>
                                    </p:animEffect>
                                  </p:childTnLst>
                                </p:cTn>
                              </p:par>
                              <p:par>
                                <p:cTn id="52" presetID="53" presetClass="entr" presetSubtype="16" fill="hold" grpId="0" nodeType="withEffect">
                                  <p:stCondLst>
                                    <p:cond delay="500"/>
                                  </p:stCondLst>
                                  <p:childTnLst>
                                    <p:set>
                                      <p:cBhvr>
                                        <p:cTn id="53" dur="1" fill="hold">
                                          <p:stCondLst>
                                            <p:cond delay="0"/>
                                          </p:stCondLst>
                                        </p:cTn>
                                        <p:tgtEl>
                                          <p:spTgt spid="47"/>
                                        </p:tgtEl>
                                        <p:attrNameLst>
                                          <p:attrName>style.visibility</p:attrName>
                                        </p:attrNameLst>
                                      </p:cBhvr>
                                      <p:to>
                                        <p:strVal val="visible"/>
                                      </p:to>
                                    </p:set>
                                    <p:anim calcmode="lin" valueType="num">
                                      <p:cBhvr>
                                        <p:cTn id="54" dur="500" fill="hold"/>
                                        <p:tgtEl>
                                          <p:spTgt spid="47"/>
                                        </p:tgtEl>
                                        <p:attrNameLst>
                                          <p:attrName>ppt_w</p:attrName>
                                        </p:attrNameLst>
                                      </p:cBhvr>
                                      <p:tavLst>
                                        <p:tav tm="0">
                                          <p:val>
                                            <p:fltVal val="0"/>
                                          </p:val>
                                        </p:tav>
                                        <p:tav tm="100000">
                                          <p:val>
                                            <p:strVal val="#ppt_w"/>
                                          </p:val>
                                        </p:tav>
                                      </p:tavLst>
                                    </p:anim>
                                    <p:anim calcmode="lin" valueType="num">
                                      <p:cBhvr>
                                        <p:cTn id="55" dur="500" fill="hold"/>
                                        <p:tgtEl>
                                          <p:spTgt spid="47"/>
                                        </p:tgtEl>
                                        <p:attrNameLst>
                                          <p:attrName>ppt_h</p:attrName>
                                        </p:attrNameLst>
                                      </p:cBhvr>
                                      <p:tavLst>
                                        <p:tav tm="0">
                                          <p:val>
                                            <p:fltVal val="0"/>
                                          </p:val>
                                        </p:tav>
                                        <p:tav tm="100000">
                                          <p:val>
                                            <p:strVal val="#ppt_h"/>
                                          </p:val>
                                        </p:tav>
                                      </p:tavLst>
                                    </p:anim>
                                    <p:animEffect transition="in" filter="fade">
                                      <p:cBhvr>
                                        <p:cTn id="56" dur="500"/>
                                        <p:tgtEl>
                                          <p:spTgt spid="47"/>
                                        </p:tgtEl>
                                      </p:cBhvr>
                                    </p:animEffect>
                                  </p:childTnLst>
                                </p:cTn>
                              </p:par>
                              <p:par>
                                <p:cTn id="57" presetID="53" presetClass="entr" presetSubtype="16" fill="hold" grpId="0" nodeType="withEffect">
                                  <p:stCondLst>
                                    <p:cond delay="750"/>
                                  </p:stCondLst>
                                  <p:childTnLst>
                                    <p:set>
                                      <p:cBhvr>
                                        <p:cTn id="58" dur="1" fill="hold">
                                          <p:stCondLst>
                                            <p:cond delay="0"/>
                                          </p:stCondLst>
                                        </p:cTn>
                                        <p:tgtEl>
                                          <p:spTgt spid="61"/>
                                        </p:tgtEl>
                                        <p:attrNameLst>
                                          <p:attrName>style.visibility</p:attrName>
                                        </p:attrNameLst>
                                      </p:cBhvr>
                                      <p:to>
                                        <p:strVal val="visible"/>
                                      </p:to>
                                    </p:set>
                                    <p:anim calcmode="lin" valueType="num">
                                      <p:cBhvr>
                                        <p:cTn id="59" dur="500" fill="hold"/>
                                        <p:tgtEl>
                                          <p:spTgt spid="61"/>
                                        </p:tgtEl>
                                        <p:attrNameLst>
                                          <p:attrName>ppt_w</p:attrName>
                                        </p:attrNameLst>
                                      </p:cBhvr>
                                      <p:tavLst>
                                        <p:tav tm="0">
                                          <p:val>
                                            <p:fltVal val="0"/>
                                          </p:val>
                                        </p:tav>
                                        <p:tav tm="100000">
                                          <p:val>
                                            <p:strVal val="#ppt_w"/>
                                          </p:val>
                                        </p:tav>
                                      </p:tavLst>
                                    </p:anim>
                                    <p:anim calcmode="lin" valueType="num">
                                      <p:cBhvr>
                                        <p:cTn id="60" dur="500" fill="hold"/>
                                        <p:tgtEl>
                                          <p:spTgt spid="61"/>
                                        </p:tgtEl>
                                        <p:attrNameLst>
                                          <p:attrName>ppt_h</p:attrName>
                                        </p:attrNameLst>
                                      </p:cBhvr>
                                      <p:tavLst>
                                        <p:tav tm="0">
                                          <p:val>
                                            <p:fltVal val="0"/>
                                          </p:val>
                                        </p:tav>
                                        <p:tav tm="100000">
                                          <p:val>
                                            <p:strVal val="#ppt_h"/>
                                          </p:val>
                                        </p:tav>
                                      </p:tavLst>
                                    </p:anim>
                                    <p:animEffect transition="in" filter="fade">
                                      <p:cBhvr>
                                        <p:cTn id="61" dur="500"/>
                                        <p:tgtEl>
                                          <p:spTgt spid="61"/>
                                        </p:tgtEl>
                                      </p:cBhvr>
                                    </p:animEffect>
                                  </p:childTnLst>
                                </p:cTn>
                              </p:par>
                            </p:childTnLst>
                          </p:cTn>
                        </p:par>
                        <p:par>
                          <p:cTn id="62" fill="hold">
                            <p:stCondLst>
                              <p:cond delay="1500"/>
                            </p:stCondLst>
                            <p:childTnLst>
                              <p:par>
                                <p:cTn id="63" presetID="10" presetClass="entr" presetSubtype="0" fill="hold" grpId="0" nodeType="afterEffect">
                                  <p:stCondLst>
                                    <p:cond delay="0"/>
                                  </p:stCondLst>
                                  <p:childTnLst>
                                    <p:set>
                                      <p:cBhvr>
                                        <p:cTn id="64" dur="1" fill="hold">
                                          <p:stCondLst>
                                            <p:cond delay="0"/>
                                          </p:stCondLst>
                                        </p:cTn>
                                        <p:tgtEl>
                                          <p:spTgt spid="34"/>
                                        </p:tgtEl>
                                        <p:attrNameLst>
                                          <p:attrName>style.visibility</p:attrName>
                                        </p:attrNameLst>
                                      </p:cBhvr>
                                      <p:to>
                                        <p:strVal val="visible"/>
                                      </p:to>
                                    </p:set>
                                    <p:animEffect transition="in" filter="fade">
                                      <p:cBhvr>
                                        <p:cTn id="65" dur="500"/>
                                        <p:tgtEl>
                                          <p:spTgt spid="3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5"/>
                                        </p:tgtEl>
                                        <p:attrNameLst>
                                          <p:attrName>style.visibility</p:attrName>
                                        </p:attrNameLst>
                                      </p:cBhvr>
                                      <p:to>
                                        <p:strVal val="visible"/>
                                      </p:to>
                                    </p:set>
                                    <p:animEffect transition="in" filter="fade">
                                      <p:cBhvr>
                                        <p:cTn id="68" dur="500"/>
                                        <p:tgtEl>
                                          <p:spTgt spid="35"/>
                                        </p:tgtEl>
                                      </p:cBhvr>
                                    </p:animEffect>
                                  </p:childTnLst>
                                </p:cTn>
                              </p:par>
                            </p:childTnLst>
                          </p:cTn>
                        </p:par>
                        <p:par>
                          <p:cTn id="69" fill="hold">
                            <p:stCondLst>
                              <p:cond delay="2000"/>
                            </p:stCondLst>
                            <p:childTnLst>
                              <p:par>
                                <p:cTn id="70" presetID="22" presetClass="entr" presetSubtype="8" fill="hold" grpId="0" nodeType="afterEffect">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wipe(left)">
                                      <p:cBhvr>
                                        <p:cTn id="72" dur="750"/>
                                        <p:tgtEl>
                                          <p:spTgt spid="33"/>
                                        </p:tgtEl>
                                      </p:cBhvr>
                                    </p:animEffect>
                                  </p:childTnLst>
                                </p:cTn>
                              </p:par>
                            </p:childTnLst>
                          </p:cTn>
                        </p:par>
                        <p:par>
                          <p:cTn id="73" fill="hold">
                            <p:stCondLst>
                              <p:cond delay="3000"/>
                            </p:stCondLst>
                            <p:childTnLst>
                              <p:par>
                                <p:cTn id="74" presetID="10" presetClass="entr" presetSubtype="0" fill="hold" grpId="0" nodeType="afterEffect">
                                  <p:stCondLst>
                                    <p:cond delay="0"/>
                                  </p:stCondLst>
                                  <p:childTnLst>
                                    <p:set>
                                      <p:cBhvr>
                                        <p:cTn id="75" dur="1" fill="hold">
                                          <p:stCondLst>
                                            <p:cond delay="0"/>
                                          </p:stCondLst>
                                        </p:cTn>
                                        <p:tgtEl>
                                          <p:spTgt spid="13"/>
                                        </p:tgtEl>
                                        <p:attrNameLst>
                                          <p:attrName>style.visibility</p:attrName>
                                        </p:attrNameLst>
                                      </p:cBhvr>
                                      <p:to>
                                        <p:strVal val="visible"/>
                                      </p:to>
                                    </p:set>
                                    <p:animEffect transition="in" filter="fade">
                                      <p:cBhvr>
                                        <p:cTn id="76" dur="500"/>
                                        <p:tgtEl>
                                          <p:spTgt spid="13"/>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14"/>
                                        </p:tgtEl>
                                        <p:attrNameLst>
                                          <p:attrName>style.visibility</p:attrName>
                                        </p:attrNameLst>
                                      </p:cBhvr>
                                      <p:to>
                                        <p:strVal val="visible"/>
                                      </p:to>
                                    </p:set>
                                    <p:animEffect transition="in" filter="fade">
                                      <p:cBhvr>
                                        <p:cTn id="7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80" repeatCount="indefinite" fill="hold" display="0">
                  <p:stCondLst>
                    <p:cond delay="indefinite"/>
                  </p:stCondLst>
                  <p:endCondLst>
                    <p:cond evt="onStopAudio" delay="0">
                      <p:tgtEl>
                        <p:sldTgt/>
                      </p:tgtEl>
                    </p:cond>
                  </p:endCondLst>
                </p:cTn>
                <p:tgtEl>
                  <p:spTgt spid="4"/>
                </p:tgtEl>
              </p:cMediaNode>
            </p:audio>
          </p:childTnLst>
        </p:cTn>
      </p:par>
    </p:tnLst>
    <p:bldLst>
      <p:bldP spid="13" grpId="0" bldLvl="0" animBg="1"/>
      <p:bldP spid="14" grpId="0" bldLvl="0" animBg="1"/>
      <p:bldP spid="33" grpId="0"/>
      <p:bldP spid="34" grpId="0" bldLvl="0" animBg="1"/>
      <p:bldP spid="35" grpId="0" bldLvl="0" animBg="1"/>
      <p:bldP spid="39" grpId="0"/>
      <p:bldP spid="43" grpId="0"/>
      <p:bldP spid="47" grpId="0"/>
      <p:bldP spid="6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333746" y="150659"/>
            <a:ext cx="5964023" cy="523220"/>
          </a:xfrm>
          <a:prstGeom prst="rect">
            <a:avLst/>
          </a:prstGeom>
          <a:noFill/>
        </p:spPr>
        <p:txBody>
          <a:bodyPr wrap="square" rtlCol="0">
            <a:spAutoFit/>
          </a:bodyPr>
          <a:p>
            <a:pPr fontAlgn="base">
              <a:spcBef>
                <a:spcPct val="0"/>
              </a:spcBef>
              <a:spcAft>
                <a:spcPct val="0"/>
              </a:spcAft>
            </a:pPr>
            <a:r>
              <a:rPr lang="en-US" altLang="zh-CN" sz="2800" b="1" dirty="0" smtClean="0">
                <a:solidFill>
                  <a:schemeClr val="accent6">
                    <a:lumMod val="75000"/>
                  </a:schemeClr>
                </a:solidFill>
                <a:latin typeface="微软雅黑" panose="020B0503020204020204" charset="-122"/>
                <a:ea typeface="微软雅黑" panose="020B0503020204020204" charset="-122"/>
              </a:rPr>
              <a:t>1 </a:t>
            </a:r>
            <a:r>
              <a:rPr lang="zh-CN" altLang="en-US" sz="2800" b="1" dirty="0" smtClean="0">
                <a:solidFill>
                  <a:schemeClr val="accent6">
                    <a:lumMod val="75000"/>
                  </a:schemeClr>
                </a:solidFill>
                <a:latin typeface="微软雅黑" panose="020B0503020204020204" charset="-122"/>
                <a:ea typeface="微软雅黑" panose="020B0503020204020204" charset="-122"/>
              </a:rPr>
              <a:t>自我介绍</a:t>
            </a:r>
            <a:endParaRPr lang="zh-CN" altLang="en-US" sz="2800" b="1" dirty="0" smtClean="0">
              <a:solidFill>
                <a:schemeClr val="accent6">
                  <a:lumMod val="75000"/>
                </a:schemeClr>
              </a:solidFill>
              <a:latin typeface="微软雅黑" panose="020B0503020204020204" charset="-122"/>
              <a:ea typeface="微软雅黑" panose="020B0503020204020204" charset="-122"/>
            </a:endParaRPr>
          </a:p>
        </p:txBody>
      </p:sp>
      <p:sp>
        <p:nvSpPr>
          <p:cNvPr id="7" name="文本框 6"/>
          <p:cNvSpPr txBox="1"/>
          <p:nvPr/>
        </p:nvSpPr>
        <p:spPr>
          <a:xfrm>
            <a:off x="862885" y="1017429"/>
            <a:ext cx="10483402" cy="1491615"/>
          </a:xfrm>
          <a:prstGeom prst="rect">
            <a:avLst/>
          </a:prstGeom>
          <a:ln>
            <a:solidFill>
              <a:schemeClr val="accent6">
                <a:lumMod val="75000"/>
              </a:schemeClr>
            </a:solidFill>
          </a:ln>
        </p:spPr>
        <p:style>
          <a:lnRef idx="2">
            <a:schemeClr val="accent5"/>
          </a:lnRef>
          <a:fillRef idx="1">
            <a:schemeClr val="lt1"/>
          </a:fillRef>
          <a:effectRef idx="0">
            <a:schemeClr val="accent5"/>
          </a:effectRef>
          <a:fontRef idx="minor">
            <a:schemeClr val="dk1"/>
          </a:fontRef>
        </p:style>
        <p:txBody>
          <a:bodyPr wrap="square" rtlCol="0">
            <a:spAutoFit/>
          </a:bodyPr>
          <a:p>
            <a:pPr fontAlgn="auto">
              <a:lnSpc>
                <a:spcPct val="150000"/>
              </a:lnSpc>
              <a:spcBef>
                <a:spcPts val="600"/>
              </a:spcBef>
            </a:pPr>
            <a:r>
              <a:rPr lang="en-US" altLang="zh-CN" dirty="0" smtClean="0">
                <a:latin typeface="微软雅黑" panose="020B0503020204020204" charset="-122"/>
                <a:ea typeface="微软雅黑" panose="020B0503020204020204" charset="-122"/>
              </a:rPr>
              <a:t>1</a:t>
            </a:r>
            <a:r>
              <a:rPr lang="zh-CN" altLang="en-US" dirty="0" smtClean="0">
                <a:latin typeface="微软雅黑" panose="020B0503020204020204" charset="-122"/>
                <a:ea typeface="微软雅黑" panose="020B0503020204020204" charset="-122"/>
              </a:rPr>
              <a:t>、个人基本信息</a:t>
            </a:r>
            <a:endParaRPr lang="en-US" altLang="zh-CN" dirty="0" smtClean="0">
              <a:latin typeface="微软雅黑" panose="020B0503020204020204" charset="-122"/>
              <a:ea typeface="微软雅黑" panose="020B0503020204020204" charset="-122"/>
            </a:endParaRPr>
          </a:p>
          <a:p>
            <a:pPr fontAlgn="auto">
              <a:lnSpc>
                <a:spcPct val="150000"/>
              </a:lnSpc>
              <a:spcBef>
                <a:spcPts val="600"/>
              </a:spcBef>
            </a:pPr>
            <a:r>
              <a:rPr lang="en-US" altLang="zh-CN" dirty="0" smtClean="0">
                <a:latin typeface="微软雅黑" panose="020B0503020204020204" charset="-122"/>
                <a:ea typeface="微软雅黑" panose="020B0503020204020204" charset="-122"/>
              </a:rPr>
              <a:t>2</a:t>
            </a:r>
            <a:r>
              <a:rPr lang="zh-CN" altLang="en-US" dirty="0" smtClean="0">
                <a:latin typeface="微软雅黑" panose="020B0503020204020204" charset="-122"/>
                <a:ea typeface="微软雅黑" panose="020B0503020204020204" charset="-122"/>
              </a:rPr>
              <a:t>、在陈氏阳光的履历信息</a:t>
            </a:r>
            <a:endParaRPr lang="en-US" altLang="zh-CN" dirty="0" smtClean="0">
              <a:latin typeface="微软雅黑" panose="020B0503020204020204" charset="-122"/>
              <a:ea typeface="微软雅黑" panose="020B0503020204020204" charset="-122"/>
            </a:endParaRPr>
          </a:p>
          <a:p>
            <a:pPr fontAlgn="auto">
              <a:lnSpc>
                <a:spcPct val="150000"/>
              </a:lnSpc>
              <a:spcBef>
                <a:spcPts val="600"/>
              </a:spcBef>
            </a:pPr>
            <a:r>
              <a:rPr lang="en-US" altLang="zh-CN" dirty="0" smtClean="0">
                <a:latin typeface="微软雅黑" panose="020B0503020204020204" charset="-122"/>
                <a:ea typeface="微软雅黑" panose="020B0503020204020204" charset="-122"/>
              </a:rPr>
              <a:t>3</a:t>
            </a:r>
            <a:r>
              <a:rPr lang="zh-CN" altLang="en-US" dirty="0" smtClean="0">
                <a:latin typeface="微软雅黑" panose="020B0503020204020204" charset="-122"/>
                <a:ea typeface="微软雅黑" panose="020B0503020204020204" charset="-122"/>
              </a:rPr>
              <a:t>、在陈氏阳光获得的荣誉</a:t>
            </a:r>
            <a:endParaRPr lang="zh-CN" altLang="en-US" dirty="0">
              <a:latin typeface="微软雅黑" panose="020B0503020204020204" charset="-122"/>
              <a:ea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333744" y="150659"/>
            <a:ext cx="10072385" cy="521970"/>
          </a:xfrm>
          <a:prstGeom prst="rect">
            <a:avLst/>
          </a:prstGeom>
          <a:noFill/>
        </p:spPr>
        <p:txBody>
          <a:bodyPr wrap="square" rtlCol="0">
            <a:spAutoFit/>
          </a:bodyPr>
          <a:p>
            <a:pPr lvl="0" algn="l" fontAlgn="base">
              <a:buClrTx/>
              <a:buSzTx/>
              <a:buFontTx/>
            </a:pPr>
            <a:r>
              <a:rPr lang="en-US" altLang="zh-CN" sz="2800" b="1" dirty="0" smtClean="0">
                <a:solidFill>
                  <a:schemeClr val="accent6">
                    <a:lumMod val="75000"/>
                  </a:schemeClr>
                </a:solidFill>
                <a:latin typeface="微软雅黑" panose="020B0503020204020204" charset="-122"/>
                <a:ea typeface="微软雅黑" panose="020B0503020204020204" charset="-122"/>
                <a:sym typeface="+mn-ea"/>
              </a:rPr>
              <a:t>2 </a:t>
            </a:r>
            <a:r>
              <a:rPr lang="en-US" altLang="zh-CN" sz="2800" b="1" dirty="0" smtClean="0">
                <a:solidFill>
                  <a:schemeClr val="accent6">
                    <a:lumMod val="75000"/>
                  </a:schemeClr>
                </a:solidFill>
                <a:latin typeface="微软雅黑" panose="020B0503020204020204" charset="-122"/>
                <a:ea typeface="微软雅黑" panose="020B0503020204020204" charset="-122"/>
                <a:sym typeface="+mn-ea"/>
              </a:rPr>
              <a:t>业绩介绍</a:t>
            </a:r>
            <a:endParaRPr lang="en-US" altLang="zh-CN" sz="2800" b="1" dirty="0" smtClean="0">
              <a:solidFill>
                <a:schemeClr val="accent6">
                  <a:lumMod val="75000"/>
                </a:schemeClr>
              </a:solidFill>
              <a:latin typeface="微软雅黑" panose="020B0503020204020204" charset="-122"/>
              <a:ea typeface="微软雅黑" panose="020B0503020204020204" charset="-122"/>
              <a:sym typeface="+mn-ea"/>
            </a:endParaRPr>
          </a:p>
        </p:txBody>
      </p:sp>
      <p:sp>
        <p:nvSpPr>
          <p:cNvPr id="2" name="文本框 1"/>
          <p:cNvSpPr txBox="1"/>
          <p:nvPr/>
        </p:nvSpPr>
        <p:spPr>
          <a:xfrm>
            <a:off x="772733" y="1043189"/>
            <a:ext cx="10474971" cy="922020"/>
          </a:xfrm>
          <a:prstGeom prst="rect">
            <a:avLst/>
          </a:prstGeom>
          <a:ln>
            <a:solidFill>
              <a:schemeClr val="accent6">
                <a:lumMod val="75000"/>
              </a:schemeClr>
            </a:solidFill>
          </a:ln>
        </p:spPr>
        <p:style>
          <a:lnRef idx="2">
            <a:schemeClr val="accent1"/>
          </a:lnRef>
          <a:fillRef idx="1">
            <a:schemeClr val="lt1"/>
          </a:fillRef>
          <a:effectRef idx="0">
            <a:schemeClr val="accent1"/>
          </a:effectRef>
          <a:fontRef idx="minor">
            <a:schemeClr val="dk1"/>
          </a:fontRef>
        </p:style>
        <p:txBody>
          <a:bodyPr wrap="square" rtlCol="0">
            <a:spAutoFit/>
          </a:bodyPr>
          <a:p>
            <a:pPr fontAlgn="auto">
              <a:lnSpc>
                <a:spcPct val="150000"/>
              </a:lnSpc>
            </a:pPr>
            <a:r>
              <a:rPr lang="en-US" altLang="zh-CN" dirty="0" smtClean="0">
                <a:latin typeface="微软雅黑" panose="020B0503020204020204" charset="-122"/>
                <a:ea typeface="微软雅黑" panose="020B0503020204020204" charset="-122"/>
              </a:rPr>
              <a:t>1</a:t>
            </a:r>
            <a:r>
              <a:rPr lang="zh-CN" altLang="en-US" dirty="0" smtClean="0">
                <a:latin typeface="微软雅黑" panose="020B0503020204020204" charset="-122"/>
                <a:ea typeface="微软雅黑" panose="020B0503020204020204" charset="-122"/>
              </a:rPr>
              <a:t>、在陈氏阳光的业绩贡献</a:t>
            </a:r>
            <a:endParaRPr lang="en-US" altLang="zh-CN" dirty="0" smtClean="0">
              <a:latin typeface="微软雅黑" panose="020B0503020204020204" charset="-122"/>
              <a:ea typeface="微软雅黑" panose="020B0503020204020204" charset="-122"/>
            </a:endParaRPr>
          </a:p>
          <a:p>
            <a:pPr fontAlgn="auto">
              <a:lnSpc>
                <a:spcPct val="150000"/>
              </a:lnSpc>
            </a:pPr>
            <a:r>
              <a:rPr lang="en-US" altLang="zh-CN" dirty="0" smtClean="0">
                <a:latin typeface="微软雅黑" panose="020B0503020204020204" charset="-122"/>
                <a:ea typeface="微软雅黑" panose="020B0503020204020204" charset="-122"/>
              </a:rPr>
              <a:t>2</a:t>
            </a:r>
            <a:r>
              <a:rPr lang="zh-CN" altLang="en-US" dirty="0" smtClean="0">
                <a:latin typeface="微软雅黑" panose="020B0503020204020204" charset="-122"/>
                <a:ea typeface="微软雅黑" panose="020B0503020204020204" charset="-122"/>
              </a:rPr>
              <a:t>、在陈氏阳光的成长和收获</a:t>
            </a:r>
            <a:endParaRPr lang="zh-CN" altLang="en-US" dirty="0">
              <a:latin typeface="微软雅黑" panose="020B0503020204020204" charset="-122"/>
              <a:ea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333744" y="150659"/>
            <a:ext cx="10072385" cy="521970"/>
          </a:xfrm>
          <a:prstGeom prst="rect">
            <a:avLst/>
          </a:prstGeom>
          <a:noFill/>
        </p:spPr>
        <p:txBody>
          <a:bodyPr wrap="square" rtlCol="0">
            <a:spAutoFit/>
          </a:bodyPr>
          <a:p>
            <a:pPr lvl="0" algn="l" fontAlgn="base">
              <a:buClrTx/>
              <a:buSzTx/>
              <a:buFontTx/>
            </a:pPr>
            <a:r>
              <a:rPr lang="en-US" altLang="zh-CN" sz="2800" b="1" dirty="0" smtClean="0">
                <a:solidFill>
                  <a:schemeClr val="accent6">
                    <a:lumMod val="75000"/>
                  </a:schemeClr>
                </a:solidFill>
                <a:latin typeface="微软雅黑" panose="020B0503020204020204" charset="-122"/>
                <a:ea typeface="微软雅黑" panose="020B0503020204020204" charset="-122"/>
                <a:sym typeface="+mn-ea"/>
              </a:rPr>
              <a:t>3 </a:t>
            </a:r>
            <a:r>
              <a:rPr lang="en-US" altLang="zh-CN" sz="2800" b="1" dirty="0" smtClean="0">
                <a:solidFill>
                  <a:schemeClr val="accent6">
                    <a:lumMod val="75000"/>
                  </a:schemeClr>
                </a:solidFill>
                <a:latin typeface="微软雅黑" panose="020B0503020204020204" charset="-122"/>
                <a:ea typeface="微软雅黑" panose="020B0503020204020204" charset="-122"/>
                <a:sym typeface="+mn-ea"/>
              </a:rPr>
              <a:t>在陈氏阳光做的最成功的事情</a:t>
            </a:r>
            <a:endParaRPr lang="en-US" altLang="zh-CN" sz="2800" b="1" dirty="0" smtClean="0">
              <a:solidFill>
                <a:schemeClr val="accent6">
                  <a:lumMod val="75000"/>
                </a:schemeClr>
              </a:solidFill>
              <a:latin typeface="微软雅黑" panose="020B0503020204020204" charset="-122"/>
              <a:ea typeface="微软雅黑" panose="020B0503020204020204" charset="-122"/>
              <a:sym typeface="+mn-ea"/>
            </a:endParaRPr>
          </a:p>
        </p:txBody>
      </p:sp>
      <p:sp>
        <p:nvSpPr>
          <p:cNvPr id="33" name="文本框 32"/>
          <p:cNvSpPr txBox="1"/>
          <p:nvPr/>
        </p:nvSpPr>
        <p:spPr>
          <a:xfrm>
            <a:off x="772733" y="1043189"/>
            <a:ext cx="10474971" cy="2584450"/>
          </a:xfrm>
          <a:prstGeom prst="rect">
            <a:avLst/>
          </a:prstGeom>
          <a:ln>
            <a:solidFill>
              <a:schemeClr val="accent6">
                <a:lumMod val="75000"/>
              </a:schemeClr>
            </a:solidFill>
          </a:ln>
        </p:spPr>
        <p:style>
          <a:lnRef idx="2">
            <a:schemeClr val="accent1"/>
          </a:lnRef>
          <a:fillRef idx="1">
            <a:schemeClr val="lt1"/>
          </a:fillRef>
          <a:effectRef idx="0">
            <a:schemeClr val="accent1"/>
          </a:effectRef>
          <a:fontRef idx="minor">
            <a:schemeClr val="dk1"/>
          </a:fontRef>
        </p:style>
        <p:txBody>
          <a:bodyPr wrap="square" rtlCol="0">
            <a:spAutoFit/>
          </a:bodyPr>
          <a:p>
            <a:pPr fontAlgn="auto">
              <a:lnSpc>
                <a:spcPct val="150000"/>
              </a:lnSpc>
            </a:pPr>
            <a:r>
              <a:rPr lang="zh-CN" altLang="en-US" dirty="0" smtClean="0">
                <a:latin typeface="微软雅黑" panose="020B0503020204020204" charset="-122"/>
                <a:ea typeface="微软雅黑" panose="020B0503020204020204" charset="-122"/>
              </a:rPr>
              <a:t>用</a:t>
            </a:r>
            <a:r>
              <a:rPr lang="en-US" altLang="zh-CN" dirty="0" smtClean="0">
                <a:latin typeface="微软雅黑" panose="020B0503020204020204" charset="-122"/>
                <a:ea typeface="微软雅黑" panose="020B0503020204020204" charset="-122"/>
              </a:rPr>
              <a:t>STAR</a:t>
            </a:r>
            <a:r>
              <a:rPr lang="zh-CN" altLang="en-US" dirty="0" smtClean="0">
                <a:latin typeface="微软雅黑" panose="020B0503020204020204" charset="-122"/>
                <a:ea typeface="微软雅黑" panose="020B0503020204020204" charset="-122"/>
              </a:rPr>
              <a:t>方式（ 事情的情境、任务、行动 、结果 ）描述自己的经历</a:t>
            </a:r>
            <a:endParaRPr lang="en-US" altLang="zh-CN" dirty="0" smtClean="0">
              <a:latin typeface="微软雅黑" panose="020B0503020204020204" charset="-122"/>
              <a:ea typeface="微软雅黑" panose="020B0503020204020204" charset="-122"/>
            </a:endParaRPr>
          </a:p>
          <a:p>
            <a:pPr fontAlgn="auto">
              <a:lnSpc>
                <a:spcPct val="150000"/>
              </a:lnSpc>
            </a:pPr>
            <a:r>
              <a:rPr lang="en-US" altLang="zh-CN" dirty="0" smtClean="0">
                <a:latin typeface="微软雅黑" panose="020B0503020204020204" charset="-122"/>
                <a:ea typeface="微软雅黑" panose="020B0503020204020204" charset="-122"/>
              </a:rPr>
              <a:t>1</a:t>
            </a:r>
            <a:r>
              <a:rPr lang="zh-CN" altLang="en-US" dirty="0" smtClean="0">
                <a:latin typeface="微软雅黑" panose="020B0503020204020204" charset="-122"/>
                <a:ea typeface="微软雅黑" panose="020B0503020204020204" charset="-122"/>
              </a:rPr>
              <a:t>、当时的情景是什么样？</a:t>
            </a:r>
            <a:endParaRPr lang="en-US" altLang="zh-CN" dirty="0" smtClean="0">
              <a:latin typeface="微软雅黑" panose="020B0503020204020204" charset="-122"/>
              <a:ea typeface="微软雅黑" panose="020B0503020204020204" charset="-122"/>
            </a:endParaRPr>
          </a:p>
          <a:p>
            <a:pPr fontAlgn="auto">
              <a:lnSpc>
                <a:spcPct val="150000"/>
              </a:lnSpc>
            </a:pPr>
            <a:r>
              <a:rPr lang="en-US" altLang="zh-CN" dirty="0" smtClean="0">
                <a:latin typeface="微软雅黑" panose="020B0503020204020204" charset="-122"/>
                <a:ea typeface="微软雅黑" panose="020B0503020204020204" charset="-122"/>
              </a:rPr>
              <a:t>2</a:t>
            </a:r>
            <a:r>
              <a:rPr lang="zh-CN" altLang="en-US" dirty="0" smtClean="0">
                <a:latin typeface="微软雅黑" panose="020B0503020204020204" charset="-122"/>
                <a:ea typeface="微软雅黑" panose="020B0503020204020204" charset="-122"/>
              </a:rPr>
              <a:t>、目标任务是什么？</a:t>
            </a:r>
            <a:endParaRPr lang="en-US" altLang="zh-CN" dirty="0" smtClean="0">
              <a:latin typeface="微软雅黑" panose="020B0503020204020204" charset="-122"/>
              <a:ea typeface="微软雅黑" panose="020B0503020204020204" charset="-122"/>
            </a:endParaRPr>
          </a:p>
          <a:p>
            <a:pPr fontAlgn="auto">
              <a:lnSpc>
                <a:spcPct val="150000"/>
              </a:lnSpc>
            </a:pPr>
            <a:r>
              <a:rPr lang="en-US" altLang="zh-CN" dirty="0" smtClean="0">
                <a:latin typeface="微软雅黑" panose="020B0503020204020204" charset="-122"/>
                <a:ea typeface="微软雅黑" panose="020B0503020204020204" charset="-122"/>
              </a:rPr>
              <a:t>3</a:t>
            </a:r>
            <a:r>
              <a:rPr lang="zh-CN" altLang="en-US" dirty="0" smtClean="0">
                <a:latin typeface="微软雅黑" panose="020B0503020204020204" charset="-122"/>
                <a:ea typeface="微软雅黑" panose="020B0503020204020204" charset="-122"/>
              </a:rPr>
              <a:t>、自己采取了什么样的行动？</a:t>
            </a:r>
            <a:endParaRPr lang="en-US" altLang="zh-CN" dirty="0" smtClean="0">
              <a:latin typeface="微软雅黑" panose="020B0503020204020204" charset="-122"/>
              <a:ea typeface="微软雅黑" panose="020B0503020204020204" charset="-122"/>
            </a:endParaRPr>
          </a:p>
          <a:p>
            <a:pPr fontAlgn="auto">
              <a:lnSpc>
                <a:spcPct val="150000"/>
              </a:lnSpc>
            </a:pPr>
            <a:r>
              <a:rPr lang="en-US" altLang="zh-CN" dirty="0" smtClean="0">
                <a:latin typeface="微软雅黑" panose="020B0503020204020204" charset="-122"/>
                <a:ea typeface="微软雅黑" panose="020B0503020204020204" charset="-122"/>
              </a:rPr>
              <a:t>4</a:t>
            </a:r>
            <a:r>
              <a:rPr lang="zh-CN" altLang="en-US" dirty="0" smtClean="0">
                <a:latin typeface="微软雅黑" panose="020B0503020204020204" charset="-122"/>
                <a:ea typeface="微软雅黑" panose="020B0503020204020204" charset="-122"/>
              </a:rPr>
              <a:t>、最后的结果是什么？</a:t>
            </a:r>
            <a:endParaRPr lang="en-US" altLang="zh-CN" dirty="0" smtClean="0">
              <a:latin typeface="微软雅黑" panose="020B0503020204020204" charset="-122"/>
              <a:ea typeface="微软雅黑" panose="020B0503020204020204" charset="-122"/>
            </a:endParaRPr>
          </a:p>
          <a:p>
            <a:pPr fontAlgn="auto">
              <a:lnSpc>
                <a:spcPct val="150000"/>
              </a:lnSpc>
            </a:pPr>
            <a:r>
              <a:rPr lang="en-US" altLang="zh-CN" dirty="0" smtClean="0">
                <a:latin typeface="微软雅黑" panose="020B0503020204020204" charset="-122"/>
                <a:ea typeface="微软雅黑" panose="020B0503020204020204" charset="-122"/>
              </a:rPr>
              <a:t>5</a:t>
            </a:r>
            <a:r>
              <a:rPr lang="zh-CN" altLang="en-US" dirty="0" smtClean="0">
                <a:latin typeface="微软雅黑" panose="020B0503020204020204" charset="-122"/>
                <a:ea typeface="微软雅黑" panose="020B0503020204020204" charset="-122"/>
              </a:rPr>
              <a:t>、如果再做一次，你会如何改善？</a:t>
            </a:r>
            <a:endParaRPr lang="zh-CN" altLang="en-US" dirty="0">
              <a:latin typeface="微软雅黑" panose="020B0503020204020204" charset="-122"/>
              <a:ea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333744" y="150659"/>
            <a:ext cx="10072385" cy="521970"/>
          </a:xfrm>
          <a:prstGeom prst="rect">
            <a:avLst/>
          </a:prstGeom>
          <a:noFill/>
        </p:spPr>
        <p:txBody>
          <a:bodyPr wrap="square" rtlCol="0">
            <a:spAutoFit/>
          </a:bodyPr>
          <a:p>
            <a:pPr lvl="0" algn="l" fontAlgn="base">
              <a:buClrTx/>
              <a:buSzTx/>
              <a:buFontTx/>
            </a:pPr>
            <a:r>
              <a:rPr lang="en-US" altLang="zh-CN" sz="2800" b="1" dirty="0" smtClean="0">
                <a:solidFill>
                  <a:schemeClr val="accent6">
                    <a:lumMod val="75000"/>
                  </a:schemeClr>
                </a:solidFill>
                <a:latin typeface="微软雅黑" panose="020B0503020204020204" charset="-122"/>
                <a:ea typeface="微软雅黑" panose="020B0503020204020204" charset="-122"/>
                <a:sym typeface="+mn-ea"/>
              </a:rPr>
              <a:t>4 </a:t>
            </a:r>
            <a:r>
              <a:rPr lang="en-US" altLang="zh-CN" sz="2800" b="1" dirty="0" smtClean="0">
                <a:solidFill>
                  <a:schemeClr val="accent6">
                    <a:lumMod val="75000"/>
                  </a:schemeClr>
                </a:solidFill>
                <a:latin typeface="微软雅黑" panose="020B0503020204020204" charset="-122"/>
                <a:ea typeface="微软雅黑" panose="020B0503020204020204" charset="-122"/>
                <a:sym typeface="+mn-ea"/>
              </a:rPr>
              <a:t>在陈氏自己未来工作规划是什么？自己为此做了什么努力？</a:t>
            </a:r>
            <a:endParaRPr lang="en-US" altLang="zh-CN" sz="2800" b="1" dirty="0" smtClean="0">
              <a:solidFill>
                <a:schemeClr val="accent6">
                  <a:lumMod val="75000"/>
                </a:schemeClr>
              </a:solidFill>
              <a:latin typeface="微软雅黑" panose="020B0503020204020204" charset="-122"/>
              <a:ea typeface="微软雅黑" panose="020B0503020204020204" charset="-122"/>
              <a:sym typeface="+mn-ea"/>
            </a:endParaRPr>
          </a:p>
        </p:txBody>
      </p:sp>
      <p:sp>
        <p:nvSpPr>
          <p:cNvPr id="33" name="文本框 32"/>
          <p:cNvSpPr txBox="1"/>
          <p:nvPr/>
        </p:nvSpPr>
        <p:spPr>
          <a:xfrm>
            <a:off x="772733" y="1043189"/>
            <a:ext cx="10474971" cy="1337945"/>
          </a:xfrm>
          <a:prstGeom prst="rect">
            <a:avLst/>
          </a:prstGeom>
          <a:ln>
            <a:solidFill>
              <a:schemeClr val="accent6">
                <a:lumMod val="75000"/>
              </a:schemeClr>
            </a:solidFill>
          </a:ln>
        </p:spPr>
        <p:style>
          <a:lnRef idx="2">
            <a:schemeClr val="accent1"/>
          </a:lnRef>
          <a:fillRef idx="1">
            <a:schemeClr val="lt1"/>
          </a:fillRef>
          <a:effectRef idx="0">
            <a:schemeClr val="accent1"/>
          </a:effectRef>
          <a:fontRef idx="minor">
            <a:schemeClr val="dk1"/>
          </a:fontRef>
        </p:style>
        <p:txBody>
          <a:bodyPr wrap="square" rtlCol="0">
            <a:spAutoFit/>
          </a:bodyPr>
          <a:p>
            <a:pPr fontAlgn="auto">
              <a:lnSpc>
                <a:spcPct val="150000"/>
              </a:lnSpc>
            </a:pPr>
            <a:r>
              <a:rPr lang="en-US" altLang="zh-CN" dirty="0" smtClean="0">
                <a:latin typeface="微软雅黑" panose="020B0503020204020204" charset="-122"/>
                <a:ea typeface="微软雅黑" panose="020B0503020204020204" charset="-122"/>
              </a:rPr>
              <a:t>1</a:t>
            </a:r>
            <a:r>
              <a:rPr lang="zh-CN" altLang="en-US" dirty="0" smtClean="0">
                <a:latin typeface="微软雅黑" panose="020B0503020204020204" charset="-122"/>
                <a:ea typeface="微软雅黑" panose="020B0503020204020204" charset="-122"/>
              </a:rPr>
              <a:t>、清晰描述自己未来的工作规划</a:t>
            </a:r>
            <a:endParaRPr lang="en-US" altLang="zh-CN" dirty="0" smtClean="0">
              <a:latin typeface="微软雅黑" panose="020B0503020204020204" charset="-122"/>
              <a:ea typeface="微软雅黑" panose="020B0503020204020204" charset="-122"/>
            </a:endParaRPr>
          </a:p>
          <a:p>
            <a:pPr fontAlgn="auto">
              <a:lnSpc>
                <a:spcPct val="150000"/>
              </a:lnSpc>
            </a:pPr>
            <a:r>
              <a:rPr lang="en-US" altLang="zh-CN" dirty="0" smtClean="0">
                <a:latin typeface="微软雅黑" panose="020B0503020204020204" charset="-122"/>
                <a:ea typeface="微软雅黑" panose="020B0503020204020204" charset="-122"/>
              </a:rPr>
              <a:t>2</a:t>
            </a:r>
            <a:r>
              <a:rPr lang="zh-CN" altLang="en-US" dirty="0" smtClean="0">
                <a:latin typeface="微软雅黑" panose="020B0503020204020204" charset="-122"/>
                <a:ea typeface="微软雅黑" panose="020B0503020204020204" charset="-122"/>
              </a:rPr>
              <a:t>、自己是否具备未来规划所需要的能力？</a:t>
            </a:r>
            <a:endParaRPr lang="en-US" altLang="zh-CN" dirty="0" smtClean="0">
              <a:latin typeface="微软雅黑" panose="020B0503020204020204" charset="-122"/>
              <a:ea typeface="微软雅黑" panose="020B0503020204020204" charset="-122"/>
            </a:endParaRPr>
          </a:p>
          <a:p>
            <a:pPr fontAlgn="auto">
              <a:lnSpc>
                <a:spcPct val="150000"/>
              </a:lnSpc>
            </a:pPr>
            <a:r>
              <a:rPr lang="en-US" altLang="zh-CN" dirty="0" smtClean="0">
                <a:latin typeface="微软雅黑" panose="020B0503020204020204" charset="-122"/>
                <a:ea typeface="微软雅黑" panose="020B0503020204020204" charset="-122"/>
              </a:rPr>
              <a:t>3</a:t>
            </a:r>
            <a:r>
              <a:rPr lang="zh-CN" altLang="en-US" dirty="0" smtClean="0">
                <a:latin typeface="微软雅黑" panose="020B0503020204020204" charset="-122"/>
                <a:ea typeface="微软雅黑" panose="020B0503020204020204" charset="-122"/>
              </a:rPr>
              <a:t>、自己</a:t>
            </a:r>
            <a:r>
              <a:rPr lang="zh-CN" altLang="en-US" dirty="0" smtClean="0">
                <a:latin typeface="微软雅黑" panose="020B0503020204020204" charset="-122"/>
                <a:ea typeface="微软雅黑" panose="020B0503020204020204" charset="-122"/>
              </a:rPr>
              <a:t>为了自己的工作规划做了什么准备和采取了什么样的动作来实现自己的工作规划？</a:t>
            </a:r>
            <a:endParaRPr lang="en-US" altLang="zh-CN" dirty="0" smtClean="0">
              <a:latin typeface="微软雅黑" panose="020B0503020204020204" charset="-122"/>
              <a:ea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333744" y="150659"/>
            <a:ext cx="10072385" cy="521970"/>
          </a:xfrm>
          <a:prstGeom prst="rect">
            <a:avLst/>
          </a:prstGeom>
          <a:noFill/>
        </p:spPr>
        <p:txBody>
          <a:bodyPr wrap="square" rtlCol="0">
            <a:spAutoFit/>
          </a:bodyPr>
          <a:p>
            <a:pPr lvl="0" algn="l" fontAlgn="base">
              <a:buClrTx/>
              <a:buSzTx/>
              <a:buFontTx/>
            </a:pPr>
            <a:r>
              <a:rPr lang="en-US" altLang="zh-CN" sz="2800" b="1" dirty="0" smtClean="0">
                <a:solidFill>
                  <a:schemeClr val="accent6">
                    <a:lumMod val="75000"/>
                  </a:schemeClr>
                </a:solidFill>
                <a:latin typeface="微软雅黑" panose="020B0503020204020204" charset="-122"/>
                <a:ea typeface="微软雅黑" panose="020B0503020204020204" charset="-122"/>
                <a:sym typeface="+mn-ea"/>
              </a:rPr>
              <a:t>5 </a:t>
            </a:r>
            <a:r>
              <a:rPr lang="en-US" altLang="zh-CN" sz="2800" b="1" dirty="0" smtClean="0">
                <a:solidFill>
                  <a:schemeClr val="accent6">
                    <a:lumMod val="75000"/>
                  </a:schemeClr>
                </a:solidFill>
                <a:latin typeface="微软雅黑" panose="020B0503020204020204" charset="-122"/>
                <a:ea typeface="微软雅黑" panose="020B0503020204020204" charset="-122"/>
                <a:sym typeface="+mn-ea"/>
              </a:rPr>
              <a:t>对公司有什么样的建议？</a:t>
            </a:r>
            <a:endParaRPr lang="en-US" altLang="zh-CN" sz="2800" b="1" dirty="0" smtClean="0">
              <a:solidFill>
                <a:schemeClr val="accent6">
                  <a:lumMod val="75000"/>
                </a:schemeClr>
              </a:solidFill>
              <a:latin typeface="微软雅黑" panose="020B0503020204020204" charset="-122"/>
              <a:ea typeface="微软雅黑" panose="020B0503020204020204" charset="-122"/>
              <a:sym typeface="+mn-ea"/>
            </a:endParaRPr>
          </a:p>
        </p:txBody>
      </p:sp>
      <p:sp>
        <p:nvSpPr>
          <p:cNvPr id="33" name="文本框 32"/>
          <p:cNvSpPr txBox="1"/>
          <p:nvPr/>
        </p:nvSpPr>
        <p:spPr>
          <a:xfrm>
            <a:off x="772733" y="1043189"/>
            <a:ext cx="10474971" cy="369332"/>
          </a:xfrm>
          <a:prstGeom prst="rect">
            <a:avLst/>
          </a:prstGeom>
          <a:ln>
            <a:solidFill>
              <a:schemeClr val="accent6">
                <a:lumMod val="75000"/>
              </a:schemeClr>
            </a:solidFill>
          </a:ln>
        </p:spPr>
        <p:style>
          <a:lnRef idx="2">
            <a:schemeClr val="accent1"/>
          </a:lnRef>
          <a:fillRef idx="1">
            <a:schemeClr val="lt1"/>
          </a:fillRef>
          <a:effectRef idx="0">
            <a:schemeClr val="accent1"/>
          </a:effectRef>
          <a:fontRef idx="minor">
            <a:schemeClr val="dk1"/>
          </a:fontRef>
        </p:style>
        <p:txBody>
          <a:bodyPr wrap="square" rtlCol="0">
            <a:spAutoFit/>
          </a:bodyPr>
          <a:p>
            <a:r>
              <a:rPr lang="zh-CN" altLang="en-US" dirty="0" smtClean="0">
                <a:latin typeface="微软雅黑" panose="020B0503020204020204" charset="-122"/>
                <a:ea typeface="微软雅黑" panose="020B0503020204020204" charset="-122"/>
              </a:rPr>
              <a:t>请描述发现了什么问题，能用数据化表述最好，然后清晰的表达自己的建议</a:t>
            </a:r>
            <a:endParaRPr lang="en-US" altLang="zh-CN" dirty="0" smtClean="0">
              <a:latin typeface="微软雅黑" panose="020B0503020204020204" charset="-122"/>
              <a:ea typeface="微软雅黑" panose="020B0503020204020204" charset="-122"/>
            </a:endParaRPr>
          </a:p>
        </p:txBody>
      </p:sp>
    </p:spTree>
  </p:cSld>
  <p:clrMapOvr>
    <a:masterClrMapping/>
  </p:clrMapOvr>
</p:sld>
</file>

<file path=ppt/tags/tag1.xml><?xml version="1.0" encoding="utf-8"?>
<p:tagLst xmlns:p="http://schemas.openxmlformats.org/presentationml/2006/main">
  <p:tag name="PA" val="v3.0.0"/>
</p:tagLst>
</file>

<file path=ppt/tags/tag2.xml><?xml version="1.0" encoding="utf-8"?>
<p:tagLst xmlns:p="http://schemas.openxmlformats.org/presentationml/2006/main">
  <p:tag name="PA" val="v3.0.0"/>
</p:tagLst>
</file>

<file path=ppt/tags/tag3.xml><?xml version="1.0" encoding="utf-8"?>
<p:tagLst xmlns:p="http://schemas.openxmlformats.org/presentationml/2006/main">
  <p:tag name="PA" val="v3.0.0"/>
</p:tagLst>
</file>

<file path=ppt/tags/tag4.xml><?xml version="1.0" encoding="utf-8"?>
<p:tagLst xmlns:p="http://schemas.openxmlformats.org/presentationml/2006/main">
  <p:tag name="PA" val="v3.0.0"/>
</p:tagLst>
</file>

<file path=ppt/tags/tag5.xml><?xml version="1.0" encoding="utf-8"?>
<p:tagLst xmlns:p="http://schemas.openxmlformats.org/presentationml/2006/main">
  <p:tag name="PA" val="v3.0.0"/>
</p:tagLst>
</file>

<file path=ppt/tags/tag6.xml><?xml version="1.0" encoding="utf-8"?>
<p:tagLst xmlns:p="http://schemas.openxmlformats.org/presentationml/2006/main">
  <p:tag name="PA" val="v3.0.0"/>
</p:tagLst>
</file>

<file path=ppt/tags/tag7.xml><?xml version="1.0" encoding="utf-8"?>
<p:tagLst xmlns:p="http://schemas.openxmlformats.org/presentationml/2006/main">
  <p:tag name="PA" val="v3.0.0"/>
</p:tagLst>
</file>

<file path=ppt/tags/tag8.xml><?xml version="1.0" encoding="utf-8"?>
<p:tagLst xmlns:p="http://schemas.openxmlformats.org/presentationml/2006/main">
  <p:tag name="PA" val="v3.0.0"/>
</p:tagLst>
</file>

<file path=ppt/tags/tag9.xml><?xml version="1.0" encoding="utf-8"?>
<p:tagLst xmlns:p="http://schemas.openxmlformats.org/presentationml/2006/main">
  <p:tag name="PA" val="v3.0.0"/>
</p:tagLst>
</file>

<file path=ppt/tags/tag10.xml><?xml version="1.0" encoding="utf-8"?>
<p:tagLst xmlns:p="http://schemas.openxmlformats.org/presentationml/2006/main">
  <p:tag name="PA" val="v3.0.0"/>
</p:tagLst>
</file>

<file path=ppt/tags/tag11.xml><?xml version="1.0" encoding="utf-8"?>
<p:tagLst xmlns:p="http://schemas.openxmlformats.org/presentationml/2006/main">
  <p:tag name="PA" val="v3.0.0"/>
</p:tagLst>
</file>

<file path=ppt/tags/tag12.xml><?xml version="1.0" encoding="utf-8"?>
<p:tagLst xmlns:p="http://schemas.openxmlformats.org/presentationml/2006/main">
  <p:tag name="PA" val="v3.0.0"/>
</p:tagLst>
</file>

<file path=ppt/tags/tag13.xml><?xml version="1.0" encoding="utf-8"?>
<p:tagLst xmlns:p="http://schemas.openxmlformats.org/presentationml/2006/main">
  <p:tag name="PA" val="v3.0.0"/>
</p:tagLst>
</file>

<file path=ppt/tags/tag14.xml><?xml version="1.0" encoding="utf-8"?>
<p:tagLst xmlns:p="http://schemas.openxmlformats.org/presentationml/2006/main">
  <p:tag name="PA" val="v3.0.0"/>
</p:tagLst>
</file>

<file path=ppt/tags/tag15.xml><?xml version="1.0" encoding="utf-8"?>
<p:tagLst xmlns:p="http://schemas.openxmlformats.org/presentationml/2006/main">
  <p:tag name="PA" val="v3.0.0"/>
</p:tagLst>
</file>

<file path=ppt/tags/tag16.xml><?xml version="1.0" encoding="utf-8"?>
<p:tagLst xmlns:p="http://schemas.openxmlformats.org/presentationml/2006/main">
  <p:tag name="COMMONDATA" val="eyJoZGlkIjoiNmY2ZTMxNmJkYTg4MzliZjQxY2U3MDU0ZDBmZDRjMTc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358</Words>
  <Application>WPS 演示</Application>
  <PresentationFormat>宽屏</PresentationFormat>
  <Paragraphs>44</Paragraphs>
  <Slides>6</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6</vt:i4>
      </vt:variant>
    </vt:vector>
  </HeadingPairs>
  <TitlesOfParts>
    <vt:vector size="14" baseType="lpstr">
      <vt:lpstr>Arial</vt:lpstr>
      <vt:lpstr>宋体</vt:lpstr>
      <vt:lpstr>Wingdings</vt:lpstr>
      <vt:lpstr>微软雅黑</vt:lpstr>
      <vt:lpstr>Calibri</vt:lpstr>
      <vt:lpstr>华文细黑</vt:lpstr>
      <vt:lpstr>Arial Unicode MS</vt:lpstr>
      <vt:lpstr>Office 主题</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雷艳</cp:lastModifiedBy>
  <cp:revision>11</cp:revision>
  <dcterms:created xsi:type="dcterms:W3CDTF">2022-09-08T06:42:00Z</dcterms:created>
  <dcterms:modified xsi:type="dcterms:W3CDTF">2026-03-14T07:01:52Z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D4F76126E1E44E33B9E8D882A361FF4B_11</vt:lpwstr>
  </property>
  <property fmtid="{D5CDD505-2E9C-101B-9397-08002B2CF9AE}" pid="3" name="KSOProductBuildVer">
    <vt:lpwstr>2052-12.1.0.25225</vt:lpwstr>
  </property>
</Properties>
</file>