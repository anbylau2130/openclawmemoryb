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wma" ContentType="audio/x-ms-wm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8"/>
    <p:sldId id="258" r:id="rId7"/>
    <p:sldId id="259" r:id="rId6"/>
    <p:sldId id="260" r:id="rId5"/>
    <p:sldId id="261" r:id="rId4"/>
    <p:sldId id="262" r:id="rId13"/>
    <p:sldId id="263" r:id="rId14"/>
    <p:sldId id="264" r:id="rId1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tags" Target="tags/tag1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公司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76840" y="96520"/>
            <a:ext cx="1837055" cy="756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image" Target="../media/image2.png"/><Relationship Id="rId16" Type="http://schemas.microsoft.com/office/2007/relationships/hdphoto" Target="../media/image3.wdp"/><Relationship Id="rId17" Type="http://schemas.openxmlformats.org/officeDocument/2006/relationships/audio" Target="../media/media1.wma"/><Relationship Id="rId18" Type="http://schemas.microsoft.com/office/2007/relationships/media" Target="../media/media1.wma"/><Relationship Id="rId19" Type="http://schemas.openxmlformats.org/officeDocument/2006/relationships/tags" Target="../tags/tag15.xml"/><Relationship Id="rId20" Type="http://schemas.openxmlformats.org/officeDocument/2006/relationships/image" Target="../media/image4.png"/><Relationship Id="rId2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PA_圆角矩形 12"/>
          <p:cNvSpPr/>
          <p:nvPr>
            <p:custDataLst>
              <p:tags r:id="rId1"/>
            </p:custDataLst>
          </p:nvPr>
        </p:nvSpPr>
        <p:spPr>
          <a:xfrm>
            <a:off x="5299844" y="4926183"/>
            <a:ext cx="1587690" cy="2568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>
                <a:solidFill>
                  <a:srgbClr val="323232"/>
                </a:solidFill>
              </a:defRPr>
            </a:pPr>
            <a:r>
              <a:t>汇报人：崔晓洋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PA_圆角矩形 13"/>
          <p:cNvSpPr/>
          <p:nvPr>
            <p:custDataLst>
              <p:tags r:id="rId2"/>
            </p:custDataLst>
          </p:nvPr>
        </p:nvSpPr>
        <p:spPr>
          <a:xfrm>
            <a:off x="7316068" y="4926181"/>
            <a:ext cx="1371666" cy="256881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200">
                <a:solidFill>
                  <a:srgbClr val="505050"/>
                </a:solidFill>
              </a:defRPr>
            </a:pPr>
            <a:r>
              <a:t>日期：2026年3月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A_副标题 2"/>
          <p:cNvSpPr txBox="1"/>
          <p:nvPr>
            <p:custDataLst>
              <p:tags r:id="rId3"/>
            </p:custDataLst>
          </p:nvPr>
        </p:nvSpPr>
        <p:spPr>
          <a:xfrm>
            <a:off x="5784215" y="3622288"/>
            <a:ext cx="367240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spcBef>
                <a:spcPts val="0"/>
              </a:spcBef>
              <a:spcAft>
                <a:spcPts val="400"/>
              </a:spcAft>
              <a:buSzPct val="70000"/>
              <a:buNone/>
            </a:pPr>
            <a:r>
              <a:rPr lang="zh-CN" altLang="en-US" sz="1800" dirty="0" smtClean="0"/>
              <a:t>左侧可以直接替换成你的照片</a:t>
            </a:r>
            <a:endParaRPr lang="zh-CN" altLang="en-US" sz="1800" dirty="0"/>
          </a:p>
        </p:txBody>
      </p:sp>
      <p:sp>
        <p:nvSpPr>
          <p:cNvPr id="34" name="PA_燕尾形 33"/>
          <p:cNvSpPr/>
          <p:nvPr>
            <p:custDataLst>
              <p:tags r:id="rId4"/>
            </p:custDataLst>
          </p:nvPr>
        </p:nvSpPr>
        <p:spPr>
          <a:xfrm>
            <a:off x="5280159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sp>
        <p:nvSpPr>
          <p:cNvPr id="35" name="PA_燕尾形 34"/>
          <p:cNvSpPr/>
          <p:nvPr>
            <p:custDataLst>
              <p:tags r:id="rId5"/>
            </p:custDataLst>
          </p:nvPr>
        </p:nvSpPr>
        <p:spPr>
          <a:xfrm>
            <a:off x="5496183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grpSp>
        <p:nvGrpSpPr>
          <p:cNvPr id="36" name="PA_组合 35"/>
          <p:cNvGrpSpPr/>
          <p:nvPr>
            <p:custDataLst>
              <p:tags r:id="rId6"/>
            </p:custDataLst>
          </p:nvPr>
        </p:nvGrpSpPr>
        <p:grpSpPr>
          <a:xfrm>
            <a:off x="474789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7" name="同心圆 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39" name="PA_文本框 38"/>
          <p:cNvSpPr txBox="1"/>
          <p:nvPr>
            <p:custDataLst>
              <p:tags r:id="rId7"/>
            </p:custDataLst>
          </p:nvPr>
        </p:nvSpPr>
        <p:spPr>
          <a:xfrm>
            <a:off x="470535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述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PA_组合 39"/>
          <p:cNvGrpSpPr/>
          <p:nvPr>
            <p:custDataLst>
              <p:tags r:id="rId8"/>
            </p:custDataLst>
          </p:nvPr>
        </p:nvGrpSpPr>
        <p:grpSpPr>
          <a:xfrm>
            <a:off x="589915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1" name="同心圆 4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3" name="PA_文本框 42"/>
          <p:cNvSpPr txBox="1"/>
          <p:nvPr>
            <p:custDataLst>
              <p:tags r:id="rId9"/>
            </p:custDataLst>
          </p:nvPr>
        </p:nvSpPr>
        <p:spPr>
          <a:xfrm>
            <a:off x="585597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PA_组合 43"/>
          <p:cNvGrpSpPr/>
          <p:nvPr>
            <p:custDataLst>
              <p:tags r:id="rId10"/>
            </p:custDataLst>
          </p:nvPr>
        </p:nvGrpSpPr>
        <p:grpSpPr>
          <a:xfrm>
            <a:off x="700659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5" name="同心圆 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7" name="PA_文本框 46"/>
          <p:cNvSpPr txBox="1"/>
          <p:nvPr>
            <p:custDataLst>
              <p:tags r:id="rId11"/>
            </p:custDataLst>
          </p:nvPr>
        </p:nvSpPr>
        <p:spPr>
          <a:xfrm>
            <a:off x="6964045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PA_组合 57"/>
          <p:cNvGrpSpPr/>
          <p:nvPr>
            <p:custDataLst>
              <p:tags r:id="rId12"/>
            </p:custDataLst>
          </p:nvPr>
        </p:nvGrpSpPr>
        <p:grpSpPr>
          <a:xfrm>
            <a:off x="807148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" name="同心圆 5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61" name="PA_文本框 60"/>
          <p:cNvSpPr txBox="1"/>
          <p:nvPr>
            <p:custDataLst>
              <p:tags r:id="rId13"/>
            </p:custDataLst>
          </p:nvPr>
        </p:nvSpPr>
        <p:spPr>
          <a:xfrm>
            <a:off x="802894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告</a:t>
            </a:r>
            <a:endParaRPr lang="zh-CN" altLang="en-US" sz="48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" name="PA_图片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38" b="100000" l="92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1401428" y="1286854"/>
            <a:ext cx="2630282" cy="3896865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PA_商务风.mp3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7FCFB9230}">
                <p14:media xmlns:p14="http://schemas.microsoft.com/office/powerpoint/2010/main" r:embed="rId18"/>
              </p:ext>
            </p:extLst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-972616" y="-160471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8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3" grpId="0" bldLvl="0" animBg="1"/>
      <p:bldP spid="14" grpId="0" bldLvl="0" animBg="1"/>
      <p:bldP spid="33" grpId="0"/>
      <p:bldP spid="34" grpId="0" bldLvl="0" animBg="1"/>
      <p:bldP spid="35" grpId="0" bldLvl="0" animBg="1"/>
      <p:bldP spid="39" grpId="0"/>
      <p:bldP spid="43" grpId="0"/>
      <p:bldP spid="47" grpId="0"/>
      <p:bldP spid="61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1、个人基本信息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姓名：崔晓洋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所属部门：财务部-信息组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职责方向：ERP系统开发、财务信息化建设、数据分析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2、在陈氏阳光的履历信息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入职时间：2023年6月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在岗时间：1年9个月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主要职责：负责财务部信息化系统的开发、运维与优化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3、在陈氏阳光获得的荣誉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2023年Q4季度优秀员工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2024年年度信息化建设突出贡献奖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1、在陈氏阳光的业绩贡献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ERP系统二次开发：完成3个核心模块优化，系统稳定性提升40%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财务接口对接：完成银行、税务、第三方平台5个核心接口对接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异常排查处理：月均处理异常50+次，平均响应时间&lt;2小时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BI报表开发：开发财务分析报表15+张，支撑管理层决策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数据备份体系：建立完善的数据备份机制，零数据丢失事故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2、在陈氏阳光的成长和收获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技术能力：掌握ERP系统架构、财务业务流程、数据分析技能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业务理解：深入了解财务部门运作模式，成为技术与业务的桥梁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团队协作：跨部门沟通能力提升，需求评估与项目管理能力增强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用STAR方式描述经历：ERP报表系统优化项目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1、当时的情景是什么样？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2023年Q3，公司财务ERP系统频繁出现报表异常，导致财务结账延迟，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影响月度财务报表上报。系统平均每月故障3-5次，严重影响财务工作效率。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2、目标任务是什么？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定位并修复系统报表模块的核心问题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建立异常预警机制，提前发现潜在风险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提升系统稳定性，确保财务结账零故障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3、采取了什么行动？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深度排查：对报表模块进行代码审计，发现3处数据同步逻辑缺陷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重构优化：重构数据同步流程，引入事务机制确保数据一致性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建立监控：开发异常监控脚本，实时跟踪关键数据指标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文档完善：编写技术文档，建立故障处理SOP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4、取得的结果？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系统故障率从3-5次/月降至0次/月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财务结账时间缩短30%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建立7x24小时监控机制，异常发现时间从4小时缩短至15分钟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获得财务部门高度认可，获评2024年度信息化建设突出贡献奖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1、清晰描述自己未来的工作规划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6699"/>
                </a:solidFill>
              </a:defRPr>
            </a:pPr>
            <a:r>
              <a:t>   短期规划（6个月内）：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完成ERP系统2个核心模块的深度优化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开发智能化财务分析平台，提升数据洞察能力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推进财务流程数字化改造，提升部门效率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6699"/>
                </a:solidFill>
              </a:defRPr>
            </a:pPr>
            <a:r>
              <a:t>   中期规划（1年内）：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构建财务数据中台，实现数据统一管理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引入AI辅助决策工具，提升财务分析深度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建立完善的DevOps流程，提升系统迭代效率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6699"/>
                </a:solidFill>
              </a:defRPr>
            </a:pPr>
            <a:r>
              <a:t>   长期规划（2-3年）：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成为财务信息化领域的技术专家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推动公司财务数字化转型落地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培养技术团队，提升整体技术能力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2、自己是否具备未来规划所需要的能力？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技术开发能力：熟练 → 持续学习新技术栈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业务理解能力：良好 → 深入财务业务，考取相关证书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项目管理能力：入门 → 学习项目管理方法论，参与更多项目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团队协作能力：优秀 → 继续提升跨部门沟通能力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3、自己为了工作规划做了什么准备和采取了什么行动？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学习提升：参加Python数据分析、财务系统架构培训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实践积累：主动承担复杂模块开发，积累项目经验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知识沉淀：编写技术文档15+篇，建立知识库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06699"/>
                </a:solidFill>
              </a:defRPr>
            </a:pPr>
            <a:r>
              <a:t>   • 团队协作：参与跨部门项目3个，提升协作能力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问题1：财务系统孤岛现象严重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问题描述：财务系统与业务系统数据打通不畅，数据重复录入多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数据化表述：跨系统数据同步需要人工处理约40%，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        数据不一致导致的返工率约20%，月度数据核对耗时约8小时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建议：建立财务数据中台，实现数据统一管理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推进系统集成，打通核心业务数据流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引入数据治理机制，确保数据质量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问题2：技术团队人手不足，影响工作效率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286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问题描述：财务部-信息组当前仅1人，工作饱和度长期接近100%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数据化表述：日常工作任务量约14小时/天（需压缩至8小时），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        临时任务响应时间因工作量大而延误30%，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        系统优化项目因时间不足延期率40%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建议：增加1名技术人员，分担日常运维工作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或将部分运维工作外包，专注核心开发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建立跨部门技术协作机制，共享技术资源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问题3：技术文档与知识管理体系不完善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0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问题描述：技术文档分散，新员工上手慢，故障处理依赖个人经验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数据化表述：新员工独立上岗时间约3个月，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        故障处理依赖个人经验的占比约70%，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        知识沉淀复用率不足30%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建议：建立统一的技术文档管理平台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制定文档编写规范，定期更新维护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97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        建立知识库，促进经验共享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0"/>
</p:tagLst>
</file>

<file path=ppt/tags/tag2.xml><?xml version="1.0" encoding="utf-8"?>
<p:tagLst xmlns:p="http://schemas.openxmlformats.org/presentationml/2006/main">
  <p:tag name="PA" val="v3.0.0"/>
</p:tagLst>
</file>

<file path=ppt/tags/tag3.xml><?xml version="1.0" encoding="utf-8"?>
<p:tagLst xmlns:p="http://schemas.openxmlformats.org/presentationml/2006/main">
  <p:tag name="PA" val="v3.0.0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PA" val="v3.0.0"/>
</p:tagLst>
</file>

<file path=ppt/tags/tag7.xml><?xml version="1.0" encoding="utf-8"?>
<p:tagLst xmlns:p="http://schemas.openxmlformats.org/presentationml/2006/main">
  <p:tag name="PA" val="v3.0.0"/>
</p:tagLst>
</file>

<file path=ppt/tags/tag8.xml><?xml version="1.0" encoding="utf-8"?>
<p:tagLst xmlns:p="http://schemas.openxmlformats.org/presentationml/2006/main">
  <p:tag name="PA" val="v3.0.0"/>
</p:tagLst>
</file>

<file path=ppt/tags/tag9.xml><?xml version="1.0" encoding="utf-8"?>
<p:tagLst xmlns:p="http://schemas.openxmlformats.org/presentationml/2006/main">
  <p:tag name="PA" val="v3.0.0"/>
</p:tagLst>
</file>

<file path=ppt/tags/tag10.xml><?xml version="1.0" encoding="utf-8"?>
<p:tagLst xmlns:p="http://schemas.openxmlformats.org/presentationml/2006/main">
  <p:tag name="PA" val="v3.0.0"/>
</p:tagLst>
</file>

<file path=ppt/tags/tag11.xml><?xml version="1.0" encoding="utf-8"?>
<p:tagLst xmlns:p="http://schemas.openxmlformats.org/presentationml/2006/main">
  <p:tag name="PA" val="v3.0.0"/>
</p:tagLst>
</file>

<file path=ppt/tags/tag12.xml><?xml version="1.0" encoding="utf-8"?>
<p:tagLst xmlns:p="http://schemas.openxmlformats.org/presentationml/2006/main">
  <p:tag name="PA" val="v3.0.0"/>
</p:tagLst>
</file>

<file path=ppt/tags/tag13.xml><?xml version="1.0" encoding="utf-8"?>
<p:tagLst xmlns:p="http://schemas.openxmlformats.org/presentationml/2006/main">
  <p:tag name="PA" val="v3.0.0"/>
</p:tagLst>
</file>

<file path=ppt/tags/tag14.xml><?xml version="1.0" encoding="utf-8"?>
<p:tagLst xmlns:p="http://schemas.openxmlformats.org/presentationml/2006/main">
  <p:tag name="PA" val="v3.0.0"/>
</p:tagLst>
</file>

<file path=ppt/tags/tag15.xml><?xml version="1.0" encoding="utf-8"?>
<p:tagLst xmlns:p="http://schemas.openxmlformats.org/presentationml/2006/main">
  <p:tag name="PA" val="v3.0.0"/>
</p:tagLst>
</file>

<file path=ppt/tags/tag16.xml><?xml version="1.0" encoding="utf-8"?>
<p:tagLst xmlns:p="http://schemas.openxmlformats.org/presentationml/2006/main">
  <p:tag name="COMMONDATA" val="eyJoZGlkIjoiNmY2ZTMxNmJkYTg4MzliZjQxY2U3MDU0ZDBmZDRj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华文细黑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雷艳</cp:lastModifiedBy>
  <cp:revision>11</cp:revision>
  <dcterms:created xsi:type="dcterms:W3CDTF">2022-09-08T06:42:00Z</dcterms:created>
  <dcterms:modified xsi:type="dcterms:W3CDTF">2026-03-14T07:01:52Z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D4F76126E1E44E33B9E8D882A361FF4B_11</vt:lpwstr>
  </property>
  <property fmtid="{D5CDD505-2E9C-101B-9397-08002B2CF9AE}" pid="3" name="KSOProductBuildVer">
    <vt:lpwstr>2052-12.1.0.25225</vt:lpwstr>
  </property>
</Properties>
</file>